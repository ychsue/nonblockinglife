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83" r:id="rId9"/>
    <p:sldId id="262" r:id="rId10"/>
    <p:sldId id="263" r:id="rId11"/>
    <p:sldId id="279" r:id="rId12"/>
    <p:sldId id="264" r:id="rId13"/>
    <p:sldId id="265" r:id="rId14"/>
    <p:sldId id="266" r:id="rId15"/>
    <p:sldId id="280" r:id="rId16"/>
    <p:sldId id="282" r:id="rId17"/>
    <p:sldId id="281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ung-Chung Hsue" initials="YH" lastIdx="1" clrIdx="0">
    <p:extLst>
      <p:ext uri="{19B8F6BF-5375-455C-9EA6-DF929625EA0E}">
        <p15:presenceInfo xmlns:p15="http://schemas.microsoft.com/office/powerpoint/2012/main" userId="0d39fb11249e9e6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148201-9AB9-4801-8ABF-AAFE29E26B65}" v="99" dt="2026-04-27T10:10:08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-Chung Hsue" userId="0d39fb11249e9e67" providerId="LiveId" clId="{D7A1D59C-7B18-4C34-9555-3A97645F5337}"/>
    <pc:docChg chg="addSld">
      <pc:chgData name="Young-Chung Hsue" userId="0d39fb11249e9e67" providerId="LiveId" clId="{D7A1D59C-7B18-4C34-9555-3A97645F5337}" dt="2026-04-22T05:26:41.256" v="0" actId="680"/>
      <pc:docMkLst>
        <pc:docMk/>
      </pc:docMkLst>
      <pc:sldChg chg="new">
        <pc:chgData name="Young-Chung Hsue" userId="0d39fb11249e9e67" providerId="LiveId" clId="{D7A1D59C-7B18-4C34-9555-3A97645F5337}" dt="2026-04-22T05:26:41.256" v="0" actId="680"/>
        <pc:sldMkLst>
          <pc:docMk/>
          <pc:sldMk cId="131723448" sldId="278"/>
        </pc:sldMkLst>
      </pc:sldChg>
    </pc:docChg>
  </pc:docChgLst>
  <pc:docChgLst>
    <pc:chgData name="Young-Chung Hsue" userId="0d39fb11249e9e67" providerId="LiveId" clId="{A170C4A5-6498-4AC0-A24E-EBB8A3864606}"/>
    <pc:docChg chg="undo redo custSel mod addSld delSld modSld sldOrd addMainMaster delMainMaster modMainMaster modNotesMaster setSldSz">
      <pc:chgData name="Young-Chung Hsue" userId="0d39fb11249e9e67" providerId="LiveId" clId="{A170C4A5-6498-4AC0-A24E-EBB8A3864606}" dt="2026-04-29T06:54:29.657" v="1736" actId="20577"/>
      <pc:docMkLst>
        <pc:docMk/>
      </pc:docMkLst>
      <pc:sldChg chg="addSp delSp modSp add mod">
        <pc:chgData name="Young-Chung Hsue" userId="0d39fb11249e9e67" providerId="LiveId" clId="{A170C4A5-6498-4AC0-A24E-EBB8A3864606}" dt="2026-04-29T06:54:29.657" v="1736" actId="20577"/>
        <pc:sldMkLst>
          <pc:docMk/>
          <pc:sldMk cId="0" sldId="256"/>
        </pc:sldMkLst>
        <pc:spChg chg="mod">
          <ac:chgData name="Young-Chung Hsue" userId="0d39fb11249e9e67" providerId="LiveId" clId="{A170C4A5-6498-4AC0-A24E-EBB8A3864606}" dt="2026-04-29T06:54:29.657" v="1736" actId="20577"/>
          <ac:spMkLst>
            <pc:docMk/>
            <pc:sldMk cId="0" sldId="256"/>
            <ac:spMk id="8" creationId="{00000000-0000-0000-0000-000000000000}"/>
          </ac:spMkLst>
        </pc:spChg>
        <pc:picChg chg="add mod">
          <ac:chgData name="Young-Chung Hsue" userId="0d39fb11249e9e67" providerId="LiveId" clId="{A170C4A5-6498-4AC0-A24E-EBB8A3864606}" dt="2026-04-20T05:54:07.357" v="208" actId="1076"/>
          <ac:picMkLst>
            <pc:docMk/>
            <pc:sldMk cId="0" sldId="256"/>
            <ac:picMk id="11" creationId="{70BFBB03-1979-5A55-AB21-A2F8DAF744EA}"/>
          </ac:picMkLst>
        </pc:picChg>
      </pc:sldChg>
      <pc:sldChg chg="add">
        <pc:chgData name="Young-Chung Hsue" userId="0d39fb11249e9e67" providerId="LiveId" clId="{A170C4A5-6498-4AC0-A24E-EBB8A3864606}" dt="2026-04-20T05:44:18.989" v="204" actId="26606"/>
        <pc:sldMkLst>
          <pc:docMk/>
          <pc:sldMk cId="0" sldId="257"/>
        </pc:sldMkLst>
      </pc:sldChg>
      <pc:sldChg chg="addSp modSp add mod addAnim delAnim modAnim">
        <pc:chgData name="Young-Chung Hsue" userId="0d39fb11249e9e67" providerId="LiveId" clId="{A170C4A5-6498-4AC0-A24E-EBB8A3864606}" dt="2026-04-27T06:31:22.689" v="1562"/>
        <pc:sldMkLst>
          <pc:docMk/>
          <pc:sldMk cId="0" sldId="258"/>
        </pc:sldMkLst>
        <pc:picChg chg="add mod">
          <ac:chgData name="Young-Chung Hsue" userId="0d39fb11249e9e67" providerId="LiveId" clId="{A170C4A5-6498-4AC0-A24E-EBB8A3864606}" dt="2026-04-21T14:58:12.958" v="231" actId="1038"/>
          <ac:picMkLst>
            <pc:docMk/>
            <pc:sldMk cId="0" sldId="258"/>
            <ac:picMk id="22" creationId="{84E88FF8-62F9-BB42-99C0-73F97F047286}"/>
          </ac:picMkLst>
        </pc:picChg>
        <pc:picChg chg="add mod">
          <ac:chgData name="Young-Chung Hsue" userId="0d39fb11249e9e67" providerId="LiveId" clId="{A170C4A5-6498-4AC0-A24E-EBB8A3864606}" dt="2026-04-21T14:57:57.064" v="220" actId="1076"/>
          <ac:picMkLst>
            <pc:docMk/>
            <pc:sldMk cId="0" sldId="258"/>
            <ac:picMk id="24" creationId="{3B56A79F-3C14-1EEC-7E8D-32083FC7DD90}"/>
          </ac:picMkLst>
        </pc:picChg>
      </pc:sldChg>
      <pc:sldChg chg="addSp modSp add addAnim delAnim modAnim">
        <pc:chgData name="Young-Chung Hsue" userId="0d39fb11249e9e67" providerId="LiveId" clId="{A170C4A5-6498-4AC0-A24E-EBB8A3864606}" dt="2026-04-27T06:32:42.913" v="1567"/>
        <pc:sldMkLst>
          <pc:docMk/>
          <pc:sldMk cId="0" sldId="259"/>
        </pc:sldMkLst>
        <pc:spChg chg="mod">
          <ac:chgData name="Young-Chung Hsue" userId="0d39fb11249e9e67" providerId="LiveId" clId="{A170C4A5-6498-4AC0-A24E-EBB8A3864606}" dt="2026-04-27T06:31:58.403" v="1563" actId="164"/>
          <ac:spMkLst>
            <pc:docMk/>
            <pc:sldMk cId="0" sldId="259"/>
            <ac:spMk id="9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1:58.403" v="1563" actId="16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1:58.403" v="1563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2:10.498" v="1564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2:10.498" v="1564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2:10.498" v="1564" actId="16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2:18.983" v="1565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2:18.983" v="1565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2:18.983" v="1565" actId="164"/>
          <ac:spMkLst>
            <pc:docMk/>
            <pc:sldMk cId="0" sldId="259"/>
            <ac:spMk id="17" creationId="{00000000-0000-0000-0000-000000000000}"/>
          </ac:spMkLst>
        </pc:spChg>
        <pc:grpChg chg="add mod">
          <ac:chgData name="Young-Chung Hsue" userId="0d39fb11249e9e67" providerId="LiveId" clId="{A170C4A5-6498-4AC0-A24E-EBB8A3864606}" dt="2026-04-27T06:31:58.403" v="1563" actId="164"/>
          <ac:grpSpMkLst>
            <pc:docMk/>
            <pc:sldMk cId="0" sldId="259"/>
            <ac:grpSpMk id="19" creationId="{4060380F-62BC-38FD-B103-8B27CE7447B1}"/>
          </ac:grpSpMkLst>
        </pc:grpChg>
        <pc:grpChg chg="add mod">
          <ac:chgData name="Young-Chung Hsue" userId="0d39fb11249e9e67" providerId="LiveId" clId="{A170C4A5-6498-4AC0-A24E-EBB8A3864606}" dt="2026-04-27T06:32:10.498" v="1564" actId="164"/>
          <ac:grpSpMkLst>
            <pc:docMk/>
            <pc:sldMk cId="0" sldId="259"/>
            <ac:grpSpMk id="20" creationId="{E397F58D-FA1E-5732-9D21-40B780F63D4E}"/>
          </ac:grpSpMkLst>
        </pc:grpChg>
        <pc:grpChg chg="add mod">
          <ac:chgData name="Young-Chung Hsue" userId="0d39fb11249e9e67" providerId="LiveId" clId="{A170C4A5-6498-4AC0-A24E-EBB8A3864606}" dt="2026-04-27T06:32:18.983" v="1565" actId="164"/>
          <ac:grpSpMkLst>
            <pc:docMk/>
            <pc:sldMk cId="0" sldId="259"/>
            <ac:grpSpMk id="21" creationId="{8518BFCB-9F11-07C9-6335-7A1DA19B7831}"/>
          </ac:grpSpMkLst>
        </pc:grpChg>
      </pc:sldChg>
      <pc:sldChg chg="modSp add mod">
        <pc:chgData name="Young-Chung Hsue" userId="0d39fb11249e9e67" providerId="LiveId" clId="{A170C4A5-6498-4AC0-A24E-EBB8A3864606}" dt="2026-04-23T09:23:44.736" v="1117" actId="20577"/>
        <pc:sldMkLst>
          <pc:docMk/>
          <pc:sldMk cId="0" sldId="260"/>
        </pc:sldMkLst>
        <pc:spChg chg="mod">
          <ac:chgData name="Young-Chung Hsue" userId="0d39fb11249e9e67" providerId="LiveId" clId="{A170C4A5-6498-4AC0-A24E-EBB8A3864606}" dt="2026-04-23T09:23:44.736" v="1117" actId="20577"/>
          <ac:spMkLst>
            <pc:docMk/>
            <pc:sldMk cId="0" sldId="260"/>
            <ac:spMk id="6" creationId="{00000000-0000-0000-0000-000000000000}"/>
          </ac:spMkLst>
        </pc:spChg>
      </pc:sldChg>
      <pc:sldChg chg="add">
        <pc:chgData name="Young-Chung Hsue" userId="0d39fb11249e9e67" providerId="LiveId" clId="{A170C4A5-6498-4AC0-A24E-EBB8A3864606}" dt="2026-04-20T05:44:18.989" v="204" actId="26606"/>
        <pc:sldMkLst>
          <pc:docMk/>
          <pc:sldMk cId="0" sldId="261"/>
        </pc:sldMkLst>
      </pc:sldChg>
      <pc:sldChg chg="modSp add mod modAnim">
        <pc:chgData name="Young-Chung Hsue" userId="0d39fb11249e9e67" providerId="LiveId" clId="{A170C4A5-6498-4AC0-A24E-EBB8A3864606}" dt="2026-04-27T06:33:30.403" v="1569"/>
        <pc:sldMkLst>
          <pc:docMk/>
          <pc:sldMk cId="0" sldId="262"/>
        </pc:sldMkLst>
        <pc:spChg chg="mod">
          <ac:chgData name="Young-Chung Hsue" userId="0d39fb11249e9e67" providerId="LiveId" clId="{A170C4A5-6498-4AC0-A24E-EBB8A3864606}" dt="2026-04-23T08:34:35.052" v="608" actId="1037"/>
          <ac:spMkLst>
            <pc:docMk/>
            <pc:sldMk cId="0" sldId="262"/>
            <ac:spMk id="6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3T08:34:01.577" v="581" actId="10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3T08:33:54.842" v="558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0T05:55:14.017" v="210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1T15:02:23.892" v="236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1T15:02:23.892" v="236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1T15:02:37.984" v="237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1T15:02:37.984" v="237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1T15:02:16.182" v="235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1T15:02:16.182" v="235" actId="1076"/>
          <ac:spMkLst>
            <pc:docMk/>
            <pc:sldMk cId="0" sldId="262"/>
            <ac:spMk id="18" creationId="{00000000-0000-0000-0000-000000000000}"/>
          </ac:spMkLst>
        </pc:spChg>
      </pc:sldChg>
      <pc:sldChg chg="addSp modSp add mod">
        <pc:chgData name="Young-Chung Hsue" userId="0d39fb11249e9e67" providerId="LiveId" clId="{A170C4A5-6498-4AC0-A24E-EBB8A3864606}" dt="2026-04-24T06:14:37.056" v="1333" actId="20577"/>
        <pc:sldMkLst>
          <pc:docMk/>
          <pc:sldMk cId="0" sldId="263"/>
        </pc:sldMkLst>
        <pc:spChg chg="mod">
          <ac:chgData name="Young-Chung Hsue" userId="0d39fb11249e9e67" providerId="LiveId" clId="{A170C4A5-6498-4AC0-A24E-EBB8A3864606}" dt="2026-04-24T06:14:37.056" v="1333" actId="20577"/>
          <ac:spMkLst>
            <pc:docMk/>
            <pc:sldMk cId="0" sldId="263"/>
            <ac:spMk id="5" creationId="{00000000-0000-0000-0000-000000000000}"/>
          </ac:spMkLst>
        </pc:spChg>
        <pc:picChg chg="add mod">
          <ac:chgData name="Young-Chung Hsue" userId="0d39fb11249e9e67" providerId="LiveId" clId="{A170C4A5-6498-4AC0-A24E-EBB8A3864606}" dt="2026-04-24T05:50:46.947" v="1123" actId="1076"/>
          <ac:picMkLst>
            <pc:docMk/>
            <pc:sldMk cId="0" sldId="263"/>
            <ac:picMk id="9" creationId="{0799EA04-04EC-4F46-0D6B-16E96826BFD7}"/>
          </ac:picMkLst>
        </pc:picChg>
      </pc:sldChg>
      <pc:sldChg chg="modSp add mod ord">
        <pc:chgData name="Young-Chung Hsue" userId="0d39fb11249e9e67" providerId="LiveId" clId="{A170C4A5-6498-4AC0-A24E-EBB8A3864606}" dt="2026-04-23T08:49:30.871" v="645"/>
        <pc:sldMkLst>
          <pc:docMk/>
          <pc:sldMk cId="0" sldId="264"/>
        </pc:sldMkLst>
        <pc:spChg chg="mod">
          <ac:chgData name="Young-Chung Hsue" userId="0d39fb11249e9e67" providerId="LiveId" clId="{A170C4A5-6498-4AC0-A24E-EBB8A3864606}" dt="2026-04-20T07:49:18.868" v="216" actId="20577"/>
          <ac:spMkLst>
            <pc:docMk/>
            <pc:sldMk cId="0" sldId="264"/>
            <ac:spMk id="7" creationId="{00000000-0000-0000-0000-000000000000}"/>
          </ac:spMkLst>
        </pc:spChg>
      </pc:sldChg>
      <pc:sldChg chg="addSp delSp modSp add mod ord setBg">
        <pc:chgData name="Young-Chung Hsue" userId="0d39fb11249e9e67" providerId="LiveId" clId="{A170C4A5-6498-4AC0-A24E-EBB8A3864606}" dt="2026-04-24T07:25:09.017" v="1548" actId="1038"/>
        <pc:sldMkLst>
          <pc:docMk/>
          <pc:sldMk cId="0" sldId="265"/>
        </pc:sldMkLst>
        <pc:spChg chg="mod">
          <ac:chgData name="Young-Chung Hsue" userId="0d39fb11249e9e67" providerId="LiveId" clId="{A170C4A5-6498-4AC0-A24E-EBB8A3864606}" dt="2026-04-23T09:17:46.966" v="1010" actId="1035"/>
          <ac:spMkLst>
            <pc:docMk/>
            <pc:sldMk cId="0" sldId="265"/>
            <ac:spMk id="3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3T09:16:22.398" v="982" actId="26606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Young-Chung Hsue" userId="0d39fb11249e9e67" providerId="LiveId" clId="{A170C4A5-6498-4AC0-A24E-EBB8A3864606}" dt="2026-04-24T07:24:11.404" v="1498" actId="13822"/>
          <ac:spMkLst>
            <pc:docMk/>
            <pc:sldMk cId="0" sldId="265"/>
            <ac:spMk id="9" creationId="{4C98E1E6-1408-802E-4901-4E66A7F0AE4B}"/>
          </ac:spMkLst>
        </pc:spChg>
        <pc:spChg chg="mod">
          <ac:chgData name="Young-Chung Hsue" userId="0d39fb11249e9e67" providerId="LiveId" clId="{A170C4A5-6498-4AC0-A24E-EBB8A3864606}" dt="2026-04-23T09:16:22.398" v="982" actId="2660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1T15:16:26.197" v="439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3T09:16:22.398" v="982" actId="26606"/>
          <ac:spMkLst>
            <pc:docMk/>
            <pc:sldMk cId="0" sldId="265"/>
            <ac:spMk id="13" creationId="{00000000-0000-0000-0000-000000000000}"/>
          </ac:spMkLst>
        </pc:spChg>
        <pc:spChg chg="add mod">
          <ac:chgData name="Young-Chung Hsue" userId="0d39fb11249e9e67" providerId="LiveId" clId="{A170C4A5-6498-4AC0-A24E-EBB8A3864606}" dt="2026-04-24T07:25:09.017" v="1548" actId="1038"/>
          <ac:spMkLst>
            <pc:docMk/>
            <pc:sldMk cId="0" sldId="265"/>
            <ac:spMk id="15" creationId="{D16CF9E5-A35E-8DD9-4407-4FD8A0AAFC78}"/>
          </ac:spMkLst>
        </pc:spChg>
        <pc:spChg chg="add">
          <ac:chgData name="Young-Chung Hsue" userId="0d39fb11249e9e67" providerId="LiveId" clId="{A170C4A5-6498-4AC0-A24E-EBB8A3864606}" dt="2026-04-23T09:16:22.398" v="982" actId="26606"/>
          <ac:spMkLst>
            <pc:docMk/>
            <pc:sldMk cId="0" sldId="265"/>
            <ac:spMk id="21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9:16:22.398" v="982" actId="26606"/>
          <ac:spMkLst>
            <pc:docMk/>
            <pc:sldMk cId="0" sldId="265"/>
            <ac:spMk id="25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9:16:22.398" v="982" actId="26606"/>
          <ac:spMkLst>
            <pc:docMk/>
            <pc:sldMk cId="0" sldId="265"/>
            <ac:spMk id="30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9:16:22.398" v="982" actId="26606"/>
          <ac:spMkLst>
            <pc:docMk/>
            <pc:sldMk cId="0" sldId="265"/>
            <ac:spMk id="34" creationId="{00000000-0000-0000-0000-000000000000}"/>
          </ac:spMkLst>
        </pc:spChg>
        <pc:picChg chg="mod">
          <ac:chgData name="Young-Chung Hsue" userId="0d39fb11249e9e67" providerId="LiveId" clId="{A170C4A5-6498-4AC0-A24E-EBB8A3864606}" dt="2026-04-23T09:18:50.631" v="1011" actId="207"/>
          <ac:picMkLst>
            <pc:docMk/>
            <pc:sldMk cId="0" sldId="265"/>
            <ac:picMk id="6" creationId="{00000000-0000-0000-0000-000000000000}"/>
          </ac:picMkLst>
        </pc:picChg>
      </pc:sldChg>
      <pc:sldChg chg="addSp delSp modSp add mod ord addAnim delAnim modAnim">
        <pc:chgData name="Young-Chung Hsue" userId="0d39fb11249e9e67" providerId="LiveId" clId="{A170C4A5-6498-4AC0-A24E-EBB8A3864606}" dt="2026-04-27T06:35:08.559" v="1574"/>
        <pc:sldMkLst>
          <pc:docMk/>
          <pc:sldMk cId="0" sldId="266"/>
        </pc:sldMkLst>
        <pc:spChg chg="mod">
          <ac:chgData name="Young-Chung Hsue" userId="0d39fb11249e9e67" providerId="LiveId" clId="{A170C4A5-6498-4AC0-A24E-EBB8A3864606}" dt="2026-04-23T08:57:14.320" v="752" actId="255"/>
          <ac:spMkLst>
            <pc:docMk/>
            <pc:sldMk cId="0" sldId="266"/>
            <ac:spMk id="3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1T15:05:58.345" v="267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37.310" v="1570" actId="164"/>
          <ac:spMkLst>
            <pc:docMk/>
            <pc:sldMk cId="0" sldId="266"/>
            <ac:spMk id="9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37.310" v="1570" actId="164"/>
          <ac:spMkLst>
            <pc:docMk/>
            <pc:sldMk cId="0" sldId="266"/>
            <ac:spMk id="10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37.310" v="1570" actId="164"/>
          <ac:spMkLst>
            <pc:docMk/>
            <pc:sldMk cId="0" sldId="266"/>
            <ac:spMk id="11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37.310" v="1570" actId="164"/>
          <ac:spMkLst>
            <pc:docMk/>
            <pc:sldMk cId="0" sldId="266"/>
            <ac:spMk id="12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37.310" v="1570" actId="164"/>
          <ac:spMkLst>
            <pc:docMk/>
            <pc:sldMk cId="0" sldId="266"/>
            <ac:spMk id="13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45.358" v="1571" actId="164"/>
          <ac:spMkLst>
            <pc:docMk/>
            <pc:sldMk cId="0" sldId="266"/>
            <ac:spMk id="14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45.358" v="1571" actId="164"/>
          <ac:spMkLst>
            <pc:docMk/>
            <pc:sldMk cId="0" sldId="266"/>
            <ac:spMk id="20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45.358" v="1571" actId="164"/>
          <ac:spMkLst>
            <pc:docMk/>
            <pc:sldMk cId="0" sldId="266"/>
            <ac:spMk id="21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45.358" v="1571" actId="164"/>
          <ac:spMkLst>
            <pc:docMk/>
            <pc:sldMk cId="0" sldId="266"/>
            <ac:spMk id="22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7T06:34:45.358" v="1571" actId="164"/>
          <ac:spMkLst>
            <pc:docMk/>
            <pc:sldMk cId="0" sldId="266"/>
            <ac:spMk id="23" creationId="{00000000-0000-0000-0000-000000000000}"/>
          </ac:spMkLst>
        </pc:spChg>
        <pc:grpChg chg="add mod">
          <ac:chgData name="Young-Chung Hsue" userId="0d39fb11249e9e67" providerId="LiveId" clId="{A170C4A5-6498-4AC0-A24E-EBB8A3864606}" dt="2026-04-27T06:34:37.310" v="1570" actId="164"/>
          <ac:grpSpMkLst>
            <pc:docMk/>
            <pc:sldMk cId="0" sldId="266"/>
            <ac:grpSpMk id="15" creationId="{CAECD768-20EC-5850-7DC1-0BCA52B0054B}"/>
          </ac:grpSpMkLst>
        </pc:grpChg>
        <pc:grpChg chg="add mod">
          <ac:chgData name="Young-Chung Hsue" userId="0d39fb11249e9e67" providerId="LiveId" clId="{A170C4A5-6498-4AC0-A24E-EBB8A3864606}" dt="2026-04-27T06:34:45.358" v="1571" actId="164"/>
          <ac:grpSpMkLst>
            <pc:docMk/>
            <pc:sldMk cId="0" sldId="266"/>
            <ac:grpSpMk id="16" creationId="{67F80EBA-CF71-7C83-9272-B43325DC4E90}"/>
          </ac:grpSpMkLst>
        </pc:grpChg>
      </pc:sldChg>
      <pc:sldChg chg="addSp modSp add mod">
        <pc:chgData name="Young-Chung Hsue" userId="0d39fb11249e9e67" providerId="LiveId" clId="{A170C4A5-6498-4AC0-A24E-EBB8A3864606}" dt="2026-04-24T07:12:06.617" v="1395" actId="1036"/>
        <pc:sldMkLst>
          <pc:docMk/>
          <pc:sldMk cId="0" sldId="270"/>
        </pc:sldMkLst>
        <pc:spChg chg="mod">
          <ac:chgData name="Young-Chung Hsue" userId="0d39fb11249e9e67" providerId="LiveId" clId="{A170C4A5-6498-4AC0-A24E-EBB8A3864606}" dt="2026-04-23T09:05:31.421" v="980" actId="255"/>
          <ac:spMkLst>
            <pc:docMk/>
            <pc:sldMk cId="0" sldId="270"/>
            <ac:spMk id="12" creationId="{00000000-0000-0000-0000-000000000000}"/>
          </ac:spMkLst>
        </pc:spChg>
        <pc:picChg chg="add mod">
          <ac:chgData name="Young-Chung Hsue" userId="0d39fb11249e9e67" providerId="LiveId" clId="{A170C4A5-6498-4AC0-A24E-EBB8A3864606}" dt="2026-04-24T07:12:06.617" v="1395" actId="1036"/>
          <ac:picMkLst>
            <pc:docMk/>
            <pc:sldMk cId="0" sldId="270"/>
            <ac:picMk id="16" creationId="{44EE9144-5C20-B1F2-DFBE-000B2162FC30}"/>
          </ac:picMkLst>
        </pc:picChg>
      </pc:sldChg>
      <pc:sldChg chg="add">
        <pc:chgData name="Young-Chung Hsue" userId="0d39fb11249e9e67" providerId="LiveId" clId="{A170C4A5-6498-4AC0-A24E-EBB8A3864606}" dt="2026-04-20T05:44:18.989" v="204" actId="26606"/>
        <pc:sldMkLst>
          <pc:docMk/>
          <pc:sldMk cId="0" sldId="271"/>
        </pc:sldMkLst>
      </pc:sldChg>
      <pc:sldChg chg="modSp add mod modAnim">
        <pc:chgData name="Young-Chung Hsue" userId="0d39fb11249e9e67" providerId="LiveId" clId="{A170C4A5-6498-4AC0-A24E-EBB8A3864606}" dt="2026-04-27T06:35:58.117" v="1575"/>
        <pc:sldMkLst>
          <pc:docMk/>
          <pc:sldMk cId="0" sldId="272"/>
        </pc:sldMkLst>
        <pc:spChg chg="mod">
          <ac:chgData name="Young-Chung Hsue" userId="0d39fb11249e9e67" providerId="LiveId" clId="{A170C4A5-6498-4AC0-A24E-EBB8A3864606}" dt="2026-04-24T07:17:48.877" v="1496" actId="14100"/>
          <ac:spMkLst>
            <pc:docMk/>
            <pc:sldMk cId="0" sldId="272"/>
            <ac:spMk id="5" creationId="{00000000-0000-0000-0000-000000000000}"/>
          </ac:spMkLst>
        </pc:spChg>
      </pc:sldChg>
      <pc:sldChg chg="addSp modSp add mod">
        <pc:chgData name="Young-Chung Hsue" userId="0d39fb11249e9e67" providerId="LiveId" clId="{A170C4A5-6498-4AC0-A24E-EBB8A3864606}" dt="2026-04-24T06:28:07.595" v="1337" actId="1076"/>
        <pc:sldMkLst>
          <pc:docMk/>
          <pc:sldMk cId="0" sldId="273"/>
        </pc:sldMkLst>
        <pc:spChg chg="mod">
          <ac:chgData name="Young-Chung Hsue" userId="0d39fb11249e9e67" providerId="LiveId" clId="{A170C4A5-6498-4AC0-A24E-EBB8A3864606}" dt="2026-04-24T06:06:52.935" v="1269" actId="20577"/>
          <ac:spMkLst>
            <pc:docMk/>
            <pc:sldMk cId="0" sldId="273"/>
            <ac:spMk id="12" creationId="{00000000-0000-0000-0000-000000000000}"/>
          </ac:spMkLst>
        </pc:spChg>
        <pc:picChg chg="add mod">
          <ac:chgData name="Young-Chung Hsue" userId="0d39fb11249e9e67" providerId="LiveId" clId="{A170C4A5-6498-4AC0-A24E-EBB8A3864606}" dt="2026-04-24T06:28:07.595" v="1337" actId="1076"/>
          <ac:picMkLst>
            <pc:docMk/>
            <pc:sldMk cId="0" sldId="273"/>
            <ac:picMk id="15" creationId="{E173F415-7A4F-48D0-B745-EAE6AEE2163E}"/>
          </ac:picMkLst>
        </pc:picChg>
      </pc:sldChg>
      <pc:sldChg chg="add">
        <pc:chgData name="Young-Chung Hsue" userId="0d39fb11249e9e67" providerId="LiveId" clId="{A170C4A5-6498-4AC0-A24E-EBB8A3864606}" dt="2026-04-20T05:44:18.989" v="204" actId="26606"/>
        <pc:sldMkLst>
          <pc:docMk/>
          <pc:sldMk cId="0" sldId="274"/>
        </pc:sldMkLst>
      </pc:sldChg>
      <pc:sldChg chg="add">
        <pc:chgData name="Young-Chung Hsue" userId="0d39fb11249e9e67" providerId="LiveId" clId="{A170C4A5-6498-4AC0-A24E-EBB8A3864606}" dt="2026-04-20T05:44:18.989" v="204" actId="26606"/>
        <pc:sldMkLst>
          <pc:docMk/>
          <pc:sldMk cId="0" sldId="275"/>
        </pc:sldMkLst>
      </pc:sldChg>
      <pc:sldChg chg="add">
        <pc:chgData name="Young-Chung Hsue" userId="0d39fb11249e9e67" providerId="LiveId" clId="{A170C4A5-6498-4AC0-A24E-EBB8A3864606}" dt="2026-04-20T05:44:18.989" v="204" actId="26606"/>
        <pc:sldMkLst>
          <pc:docMk/>
          <pc:sldMk cId="0" sldId="276"/>
        </pc:sldMkLst>
      </pc:sldChg>
      <pc:sldChg chg="add">
        <pc:chgData name="Young-Chung Hsue" userId="0d39fb11249e9e67" providerId="LiveId" clId="{A170C4A5-6498-4AC0-A24E-EBB8A3864606}" dt="2026-04-20T05:44:18.989" v="204" actId="26606"/>
        <pc:sldMkLst>
          <pc:docMk/>
          <pc:sldMk cId="0" sldId="277"/>
        </pc:sldMkLst>
      </pc:sldChg>
      <pc:sldChg chg="addSp modSp mod setBg addAnim delAnim modAnim">
        <pc:chgData name="Young-Chung Hsue" userId="0d39fb11249e9e67" providerId="LiveId" clId="{A170C4A5-6498-4AC0-A24E-EBB8A3864606}" dt="2026-04-24T07:07:14.128" v="1345"/>
        <pc:sldMkLst>
          <pc:docMk/>
          <pc:sldMk cId="131723448" sldId="278"/>
        </pc:sldMkLst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4" creationId="{00000000-0000-0000-0000-000000000000}"/>
          </ac:spMkLst>
        </pc:spChg>
        <pc:spChg chg="add mod">
          <ac:chgData name="Young-Chung Hsue" userId="0d39fb11249e9e67" providerId="LiveId" clId="{A170C4A5-6498-4AC0-A24E-EBB8A3864606}" dt="2026-04-23T08:43:57.697" v="624" actId="164"/>
          <ac:spMkLst>
            <pc:docMk/>
            <pc:sldMk cId="131723448" sldId="278"/>
            <ac:spMk id="10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3T08:43:57.697" v="624" actId="164"/>
          <ac:spMkLst>
            <pc:docMk/>
            <pc:sldMk cId="131723448" sldId="278"/>
            <ac:spMk id="11" creationId="{00000000-0000-0000-0000-000000000000}"/>
          </ac:spMkLst>
        </pc:spChg>
        <pc:spChg chg="add mod">
          <ac:chgData name="Young-Chung Hsue" userId="0d39fb11249e9e67" providerId="LiveId" clId="{A170C4A5-6498-4AC0-A24E-EBB8A3864606}" dt="2026-04-23T08:43:57.697" v="624" actId="164"/>
          <ac:spMkLst>
            <pc:docMk/>
            <pc:sldMk cId="131723448" sldId="278"/>
            <ac:spMk id="12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3T08:43:57.697" v="624" actId="164"/>
          <ac:spMkLst>
            <pc:docMk/>
            <pc:sldMk cId="131723448" sldId="278"/>
            <ac:spMk id="13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3T08:43:57.697" v="624" actId="164"/>
          <ac:spMkLst>
            <pc:docMk/>
            <pc:sldMk cId="131723448" sldId="278"/>
            <ac:spMk id="14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20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21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23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24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31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33" creationId="{00000000-0000-0000-0000-000000000000}"/>
          </ac:spMkLst>
        </pc:spChg>
        <pc:spChg chg="add">
          <ac:chgData name="Young-Chung Hsue" userId="0d39fb11249e9e67" providerId="LiveId" clId="{A170C4A5-6498-4AC0-A24E-EBB8A3864606}" dt="2026-04-23T08:29:04.587" v="549" actId="26606"/>
          <ac:spMkLst>
            <pc:docMk/>
            <pc:sldMk cId="131723448" sldId="278"/>
            <ac:spMk id="41" creationId="{00000000-0000-0000-0000-000000000000}"/>
          </ac:spMkLst>
        </pc:spChg>
        <pc:spChg chg="mod">
          <ac:chgData name="Young-Chung Hsue" userId="0d39fb11249e9e67" providerId="LiveId" clId="{A170C4A5-6498-4AC0-A24E-EBB8A3864606}" dt="2026-04-23T08:32:41.202" v="556" actId="20577"/>
          <ac:spMkLst>
            <pc:docMk/>
            <pc:sldMk cId="131723448" sldId="278"/>
            <ac:spMk id="44" creationId="{00000000-0000-0000-0000-000000000000}"/>
          </ac:spMkLst>
        </pc:spChg>
        <pc:grpChg chg="add mod">
          <ac:chgData name="Young-Chung Hsue" userId="0d39fb11249e9e67" providerId="LiveId" clId="{A170C4A5-6498-4AC0-A24E-EBB8A3864606}" dt="2026-04-23T08:43:57.697" v="624" actId="164"/>
          <ac:grpSpMkLst>
            <pc:docMk/>
            <pc:sldMk cId="131723448" sldId="278"/>
            <ac:grpSpMk id="5" creationId="{F41C9E74-0E80-70C8-69DC-0218DE46AA21}"/>
          </ac:grpSpMkLst>
        </pc:grpChg>
      </pc:sldChg>
      <pc:sldChg chg="addSp modSp add modAnim">
        <pc:chgData name="Young-Chung Hsue" userId="0d39fb11249e9e67" providerId="LiveId" clId="{A170C4A5-6498-4AC0-A24E-EBB8A3864606}" dt="2026-04-24T07:07:53.350" v="1347"/>
        <pc:sldMkLst>
          <pc:docMk/>
          <pc:sldMk cId="510545724" sldId="279"/>
        </pc:sldMkLst>
        <pc:spChg chg="mod">
          <ac:chgData name="Young-Chung Hsue" userId="0d39fb11249e9e67" providerId="LiveId" clId="{A170C4A5-6498-4AC0-A24E-EBB8A3864606}" dt="2026-04-23T08:47:34.041" v="634" actId="164"/>
          <ac:spMkLst>
            <pc:docMk/>
            <pc:sldMk cId="510545724" sldId="279"/>
            <ac:spMk id="20" creationId="{E4307C1C-BECE-29CA-AF2C-A258FFEBDDB8}"/>
          </ac:spMkLst>
        </pc:spChg>
        <pc:spChg chg="mod">
          <ac:chgData name="Young-Chung Hsue" userId="0d39fb11249e9e67" providerId="LiveId" clId="{A170C4A5-6498-4AC0-A24E-EBB8A3864606}" dt="2026-04-23T08:47:34.041" v="634" actId="164"/>
          <ac:spMkLst>
            <pc:docMk/>
            <pc:sldMk cId="510545724" sldId="279"/>
            <ac:spMk id="21" creationId="{6914D0E6-89E2-0A64-66A8-5748530E8ECB}"/>
          </ac:spMkLst>
        </pc:spChg>
        <pc:spChg chg="mod">
          <ac:chgData name="Young-Chung Hsue" userId="0d39fb11249e9e67" providerId="LiveId" clId="{A170C4A5-6498-4AC0-A24E-EBB8A3864606}" dt="2026-04-23T08:47:34.041" v="634" actId="164"/>
          <ac:spMkLst>
            <pc:docMk/>
            <pc:sldMk cId="510545724" sldId="279"/>
            <ac:spMk id="22" creationId="{DC3E69AA-52E0-D628-7CE3-BC96E78C3BCB}"/>
          </ac:spMkLst>
        </pc:spChg>
        <pc:spChg chg="mod">
          <ac:chgData name="Young-Chung Hsue" userId="0d39fb11249e9e67" providerId="LiveId" clId="{A170C4A5-6498-4AC0-A24E-EBB8A3864606}" dt="2026-04-23T08:47:34.041" v="634" actId="164"/>
          <ac:spMkLst>
            <pc:docMk/>
            <pc:sldMk cId="510545724" sldId="279"/>
            <ac:spMk id="23" creationId="{2F8ACB1E-2C59-6139-7AD7-DA00C9A2A724}"/>
          </ac:spMkLst>
        </pc:spChg>
        <pc:spChg chg="mod">
          <ac:chgData name="Young-Chung Hsue" userId="0d39fb11249e9e67" providerId="LiveId" clId="{A170C4A5-6498-4AC0-A24E-EBB8A3864606}" dt="2026-04-23T08:47:34.041" v="634" actId="164"/>
          <ac:spMkLst>
            <pc:docMk/>
            <pc:sldMk cId="510545724" sldId="279"/>
            <ac:spMk id="24" creationId="{CFAE8D3E-FDF2-AD3A-567F-38039C149F33}"/>
          </ac:spMkLst>
        </pc:spChg>
        <pc:spChg chg="mod">
          <ac:chgData name="Young-Chung Hsue" userId="0d39fb11249e9e67" providerId="LiveId" clId="{A170C4A5-6498-4AC0-A24E-EBB8A3864606}" dt="2026-04-23T08:47:53.042" v="635" actId="164"/>
          <ac:spMkLst>
            <pc:docMk/>
            <pc:sldMk cId="510545724" sldId="279"/>
            <ac:spMk id="30" creationId="{01CF4BDC-C797-EBB9-51D8-A6112888392B}"/>
          </ac:spMkLst>
        </pc:spChg>
        <pc:spChg chg="mod">
          <ac:chgData name="Young-Chung Hsue" userId="0d39fb11249e9e67" providerId="LiveId" clId="{A170C4A5-6498-4AC0-A24E-EBB8A3864606}" dt="2026-04-23T08:47:53.042" v="635" actId="164"/>
          <ac:spMkLst>
            <pc:docMk/>
            <pc:sldMk cId="510545724" sldId="279"/>
            <ac:spMk id="31" creationId="{EDD30090-BEA1-16E7-F224-00B94B08D71B}"/>
          </ac:spMkLst>
        </pc:spChg>
        <pc:spChg chg="mod">
          <ac:chgData name="Young-Chung Hsue" userId="0d39fb11249e9e67" providerId="LiveId" clId="{A170C4A5-6498-4AC0-A24E-EBB8A3864606}" dt="2026-04-23T08:47:53.042" v="635" actId="164"/>
          <ac:spMkLst>
            <pc:docMk/>
            <pc:sldMk cId="510545724" sldId="279"/>
            <ac:spMk id="32" creationId="{79579DCA-6FBA-2F7F-E436-8E396E0699FF}"/>
          </ac:spMkLst>
        </pc:spChg>
        <pc:spChg chg="mod">
          <ac:chgData name="Young-Chung Hsue" userId="0d39fb11249e9e67" providerId="LiveId" clId="{A170C4A5-6498-4AC0-A24E-EBB8A3864606}" dt="2026-04-23T08:47:53.042" v="635" actId="164"/>
          <ac:spMkLst>
            <pc:docMk/>
            <pc:sldMk cId="510545724" sldId="279"/>
            <ac:spMk id="33" creationId="{5F4F90B2-9826-98BB-1C0E-628CB3993C8C}"/>
          </ac:spMkLst>
        </pc:spChg>
        <pc:spChg chg="mod">
          <ac:chgData name="Young-Chung Hsue" userId="0d39fb11249e9e67" providerId="LiveId" clId="{A170C4A5-6498-4AC0-A24E-EBB8A3864606}" dt="2026-04-23T08:47:53.042" v="635" actId="164"/>
          <ac:spMkLst>
            <pc:docMk/>
            <pc:sldMk cId="510545724" sldId="279"/>
            <ac:spMk id="34" creationId="{9F544D12-9179-ED62-6114-0BE734284BF4}"/>
          </ac:spMkLst>
        </pc:spChg>
        <pc:spChg chg="mod">
          <ac:chgData name="Young-Chung Hsue" userId="0d39fb11249e9e67" providerId="LiveId" clId="{A170C4A5-6498-4AC0-A24E-EBB8A3864606}" dt="2026-04-23T08:48:08.712" v="636" actId="164"/>
          <ac:spMkLst>
            <pc:docMk/>
            <pc:sldMk cId="510545724" sldId="279"/>
            <ac:spMk id="40" creationId="{0E512E9D-A781-2E02-2F69-8B8F729A1815}"/>
          </ac:spMkLst>
        </pc:spChg>
        <pc:spChg chg="mod">
          <ac:chgData name="Young-Chung Hsue" userId="0d39fb11249e9e67" providerId="LiveId" clId="{A170C4A5-6498-4AC0-A24E-EBB8A3864606}" dt="2026-04-23T08:48:08.712" v="636" actId="164"/>
          <ac:spMkLst>
            <pc:docMk/>
            <pc:sldMk cId="510545724" sldId="279"/>
            <ac:spMk id="41" creationId="{99288BA4-0EA4-F1DF-2947-4D69C04924E4}"/>
          </ac:spMkLst>
        </pc:spChg>
        <pc:spChg chg="mod">
          <ac:chgData name="Young-Chung Hsue" userId="0d39fb11249e9e67" providerId="LiveId" clId="{A170C4A5-6498-4AC0-A24E-EBB8A3864606}" dt="2026-04-23T08:48:08.712" v="636" actId="164"/>
          <ac:spMkLst>
            <pc:docMk/>
            <pc:sldMk cId="510545724" sldId="279"/>
            <ac:spMk id="42" creationId="{A6B2C291-485A-FF5D-D739-6D5807E9F64A}"/>
          </ac:spMkLst>
        </pc:spChg>
        <pc:spChg chg="mod">
          <ac:chgData name="Young-Chung Hsue" userId="0d39fb11249e9e67" providerId="LiveId" clId="{A170C4A5-6498-4AC0-A24E-EBB8A3864606}" dt="2026-04-23T08:48:08.712" v="636" actId="164"/>
          <ac:spMkLst>
            <pc:docMk/>
            <pc:sldMk cId="510545724" sldId="279"/>
            <ac:spMk id="43" creationId="{8DDE564E-53BD-0846-0684-9486FFEF3BA9}"/>
          </ac:spMkLst>
        </pc:spChg>
        <pc:spChg chg="mod">
          <ac:chgData name="Young-Chung Hsue" userId="0d39fb11249e9e67" providerId="LiveId" clId="{A170C4A5-6498-4AC0-A24E-EBB8A3864606}" dt="2026-04-23T08:48:08.712" v="636" actId="164"/>
          <ac:spMkLst>
            <pc:docMk/>
            <pc:sldMk cId="510545724" sldId="279"/>
            <ac:spMk id="44" creationId="{BA7E6EB2-F9A2-A4E8-0D1E-F99637478093}"/>
          </ac:spMkLst>
        </pc:spChg>
        <pc:grpChg chg="add mod">
          <ac:chgData name="Young-Chung Hsue" userId="0d39fb11249e9e67" providerId="LiveId" clId="{A170C4A5-6498-4AC0-A24E-EBB8A3864606}" dt="2026-04-23T08:47:34.041" v="634" actId="164"/>
          <ac:grpSpMkLst>
            <pc:docMk/>
            <pc:sldMk cId="510545724" sldId="279"/>
            <ac:grpSpMk id="5" creationId="{EF50E9EC-7EA1-83A8-FE93-3E80EB34BDA6}"/>
          </ac:grpSpMkLst>
        </pc:grpChg>
        <pc:grpChg chg="add mod">
          <ac:chgData name="Young-Chung Hsue" userId="0d39fb11249e9e67" providerId="LiveId" clId="{A170C4A5-6498-4AC0-A24E-EBB8A3864606}" dt="2026-04-23T08:47:53.042" v="635" actId="164"/>
          <ac:grpSpMkLst>
            <pc:docMk/>
            <pc:sldMk cId="510545724" sldId="279"/>
            <ac:grpSpMk id="6" creationId="{99F94850-1F70-C950-B39B-56042724DE15}"/>
          </ac:grpSpMkLst>
        </pc:grpChg>
        <pc:grpChg chg="add mod">
          <ac:chgData name="Young-Chung Hsue" userId="0d39fb11249e9e67" providerId="LiveId" clId="{A170C4A5-6498-4AC0-A24E-EBB8A3864606}" dt="2026-04-23T08:48:08.712" v="636" actId="164"/>
          <ac:grpSpMkLst>
            <pc:docMk/>
            <pc:sldMk cId="510545724" sldId="279"/>
            <ac:grpSpMk id="7" creationId="{EE66E486-B91C-80D5-69CF-EC2F0601DD97}"/>
          </ac:grpSpMkLst>
        </pc:grpChg>
      </pc:sldChg>
      <pc:sldChg chg="add modAnim">
        <pc:chgData name="Young-Chung Hsue" userId="0d39fb11249e9e67" providerId="LiveId" clId="{A170C4A5-6498-4AC0-A24E-EBB8A3864606}" dt="2026-04-24T07:08:43.129" v="1349"/>
        <pc:sldMkLst>
          <pc:docMk/>
          <pc:sldMk cId="2157936248" sldId="280"/>
        </pc:sldMkLst>
      </pc:sldChg>
      <pc:sldChg chg="add modAnim">
        <pc:chgData name="Young-Chung Hsue" userId="0d39fb11249e9e67" providerId="LiveId" clId="{A170C4A5-6498-4AC0-A24E-EBB8A3864606}" dt="2026-04-24T07:10:02.701" v="1354"/>
        <pc:sldMkLst>
          <pc:docMk/>
          <pc:sldMk cId="2061332377" sldId="281"/>
        </pc:sldMkLst>
      </pc:sldChg>
      <pc:sldChg chg="addSp delSp modSp new mod">
        <pc:chgData name="Young-Chung Hsue" userId="0d39fb11249e9e67" providerId="LiveId" clId="{A170C4A5-6498-4AC0-A24E-EBB8A3864606}" dt="2026-04-23T09:03:12.262" v="926" actId="14100"/>
        <pc:sldMkLst>
          <pc:docMk/>
          <pc:sldMk cId="3518834309" sldId="282"/>
        </pc:sldMkLst>
        <pc:spChg chg="add mod">
          <ac:chgData name="Young-Chung Hsue" userId="0d39fb11249e9e67" providerId="LiveId" clId="{A170C4A5-6498-4AC0-A24E-EBB8A3864606}" dt="2026-04-23T08:55:55.348" v="679"/>
          <ac:spMkLst>
            <pc:docMk/>
            <pc:sldMk cId="3518834309" sldId="282"/>
            <ac:spMk id="2" creationId="{4024247B-95B2-74ED-9F73-249F2ED40386}"/>
          </ac:spMkLst>
        </pc:spChg>
        <pc:spChg chg="mod">
          <ac:chgData name="Young-Chung Hsue" userId="0d39fb11249e9e67" providerId="LiveId" clId="{A170C4A5-6498-4AC0-A24E-EBB8A3864606}" dt="2026-04-23T08:58:49.809" v="826" actId="20577"/>
          <ac:spMkLst>
            <pc:docMk/>
            <pc:sldMk cId="3518834309" sldId="282"/>
            <ac:spMk id="3" creationId="{61F3D3C6-D33D-C507-0CDC-9059F9EDA294}"/>
          </ac:spMkLst>
        </pc:spChg>
        <pc:spChg chg="add mod">
          <ac:chgData name="Young-Chung Hsue" userId="0d39fb11249e9e67" providerId="LiveId" clId="{A170C4A5-6498-4AC0-A24E-EBB8A3864606}" dt="2026-04-23T08:59:59.103" v="833" actId="20577"/>
          <ac:spMkLst>
            <pc:docMk/>
            <pc:sldMk cId="3518834309" sldId="282"/>
            <ac:spMk id="5" creationId="{F495E2BB-B5ED-A5BC-FDB1-59704F086AFD}"/>
          </ac:spMkLst>
        </pc:spChg>
        <pc:spChg chg="add mod">
          <ac:chgData name="Young-Chung Hsue" userId="0d39fb11249e9e67" providerId="LiveId" clId="{A170C4A5-6498-4AC0-A24E-EBB8A3864606}" dt="2026-04-23T09:03:12.262" v="926" actId="14100"/>
          <ac:spMkLst>
            <pc:docMk/>
            <pc:sldMk cId="3518834309" sldId="282"/>
            <ac:spMk id="20" creationId="{07EA9B36-30D4-7AD2-9FC8-0E02BE371EB6}"/>
          </ac:spMkLst>
        </pc:spChg>
        <pc:picChg chg="add mod">
          <ac:chgData name="Young-Chung Hsue" userId="0d39fb11249e9e67" providerId="LiveId" clId="{A170C4A5-6498-4AC0-A24E-EBB8A3864606}" dt="2026-04-23T09:02:52.493" v="923" actId="1440"/>
          <ac:picMkLst>
            <pc:docMk/>
            <pc:sldMk cId="3518834309" sldId="282"/>
            <ac:picMk id="22" creationId="{49BDBE43-4030-0C4F-FD6E-0345A943E36F}"/>
          </ac:picMkLst>
        </pc:picChg>
      </pc:sldChg>
      <pc:sldChg chg="addSp delSp modSp add mod setBg addAnim delAnim modAnim">
        <pc:chgData name="Young-Chung Hsue" userId="0d39fb11249e9e67" providerId="LiveId" clId="{A170C4A5-6498-4AC0-A24E-EBB8A3864606}" dt="2026-04-27T10:11:29.564" v="1733"/>
        <pc:sldMkLst>
          <pc:docMk/>
          <pc:sldMk cId="84684587" sldId="283"/>
        </pc:sldMkLst>
        <pc:spChg chg="mod">
          <ac:chgData name="Young-Chung Hsue" userId="0d39fb11249e9e67" providerId="LiveId" clId="{A170C4A5-6498-4AC0-A24E-EBB8A3864606}" dt="2026-04-27T10:02:17.655" v="1581" actId="20577"/>
          <ac:spMkLst>
            <pc:docMk/>
            <pc:sldMk cId="84684587" sldId="283"/>
            <ac:spMk id="5" creationId="{E336651C-86DA-732F-17F5-6247D1B02CC8}"/>
          </ac:spMkLst>
        </pc:spChg>
        <pc:spChg chg="mod">
          <ac:chgData name="Young-Chung Hsue" userId="0d39fb11249e9e67" providerId="LiveId" clId="{A170C4A5-6498-4AC0-A24E-EBB8A3864606}" dt="2026-04-27T10:03:44.613" v="1629" actId="20577"/>
          <ac:spMkLst>
            <pc:docMk/>
            <pc:sldMk cId="84684587" sldId="283"/>
            <ac:spMk id="6" creationId="{2D66E477-370A-6D7E-9791-48CF70747347}"/>
          </ac:spMkLst>
        </pc:spChg>
        <pc:spChg chg="mod">
          <ac:chgData name="Young-Chung Hsue" userId="0d39fb11249e9e67" providerId="LiveId" clId="{A170C4A5-6498-4AC0-A24E-EBB8A3864606}" dt="2026-04-27T10:03:52.765" v="1630" actId="14100"/>
          <ac:spMkLst>
            <pc:docMk/>
            <pc:sldMk cId="84684587" sldId="283"/>
            <ac:spMk id="7" creationId="{1C629394-B17A-658F-818B-9D794E931657}"/>
          </ac:spMkLst>
        </pc:spChg>
        <pc:spChg chg="mod">
          <ac:chgData name="Young-Chung Hsue" userId="0d39fb11249e9e67" providerId="LiveId" clId="{A170C4A5-6498-4AC0-A24E-EBB8A3864606}" dt="2026-04-27T10:03:58.595" v="1631" actId="14100"/>
          <ac:spMkLst>
            <pc:docMk/>
            <pc:sldMk cId="84684587" sldId="283"/>
            <ac:spMk id="8" creationId="{44745D93-834D-FC94-C8CD-BFC7E9439CC1}"/>
          </ac:spMkLst>
        </pc:spChg>
        <pc:spChg chg="mod">
          <ac:chgData name="Young-Chung Hsue" userId="0d39fb11249e9e67" providerId="LiveId" clId="{A170C4A5-6498-4AC0-A24E-EBB8A3864606}" dt="2026-04-27T10:04:07.760" v="1636" actId="1037"/>
          <ac:spMkLst>
            <pc:docMk/>
            <pc:sldMk cId="84684587" sldId="283"/>
            <ac:spMk id="11" creationId="{DAD58033-6C4C-27FF-C9F5-AB8545423471}"/>
          </ac:spMkLst>
        </pc:spChg>
        <pc:spChg chg="mod">
          <ac:chgData name="Young-Chung Hsue" userId="0d39fb11249e9e67" providerId="LiveId" clId="{A170C4A5-6498-4AC0-A24E-EBB8A3864606}" dt="2026-04-27T10:08:23.786" v="1685" actId="207"/>
          <ac:spMkLst>
            <pc:docMk/>
            <pc:sldMk cId="84684587" sldId="283"/>
            <ac:spMk id="13" creationId="{9C915859-C49E-9ED8-B255-616821978CE4}"/>
          </ac:spMkLst>
        </pc:spChg>
        <pc:spChg chg="mod">
          <ac:chgData name="Young-Chung Hsue" userId="0d39fb11249e9e67" providerId="LiveId" clId="{A170C4A5-6498-4AC0-A24E-EBB8A3864606}" dt="2026-04-27T10:08:50.071" v="1690" actId="20577"/>
          <ac:spMkLst>
            <pc:docMk/>
            <pc:sldMk cId="84684587" sldId="283"/>
            <ac:spMk id="14" creationId="{26D2C65A-1A46-3B5A-AF22-6F4EF9BF2320}"/>
          </ac:spMkLst>
        </pc:spChg>
        <pc:spChg chg="mod topLvl">
          <ac:chgData name="Young-Chung Hsue" userId="0d39fb11249e9e67" providerId="LiveId" clId="{A170C4A5-6498-4AC0-A24E-EBB8A3864606}" dt="2026-04-27T10:09:52.961" v="1729" actId="164"/>
          <ac:spMkLst>
            <pc:docMk/>
            <pc:sldMk cId="84684587" sldId="283"/>
            <ac:spMk id="15" creationId="{3900F23F-2001-42E7-E2EE-53F62420DC1B}"/>
          </ac:spMkLst>
        </pc:spChg>
        <pc:spChg chg="mod topLvl">
          <ac:chgData name="Young-Chung Hsue" userId="0d39fb11249e9e67" providerId="LiveId" clId="{A170C4A5-6498-4AC0-A24E-EBB8A3864606}" dt="2026-04-27T10:09:52.961" v="1729" actId="164"/>
          <ac:spMkLst>
            <pc:docMk/>
            <pc:sldMk cId="84684587" sldId="283"/>
            <ac:spMk id="17" creationId="{7741EC66-1737-88D8-8005-B36C590A6B86}"/>
          </ac:spMkLst>
        </pc:spChg>
        <pc:spChg chg="add mod">
          <ac:chgData name="Young-Chung Hsue" userId="0d39fb11249e9e67" providerId="LiveId" clId="{A170C4A5-6498-4AC0-A24E-EBB8A3864606}" dt="2026-04-27T10:09:52.961" v="1729" actId="164"/>
          <ac:spMkLst>
            <pc:docMk/>
            <pc:sldMk cId="84684587" sldId="283"/>
            <ac:spMk id="25" creationId="{0C982708-71DF-79AC-FBCA-F55C9D972B1B}"/>
          </ac:spMkLst>
        </pc:spChg>
        <pc:spChg chg="add mod">
          <ac:chgData name="Young-Chung Hsue" userId="0d39fb11249e9e67" providerId="LiveId" clId="{A170C4A5-6498-4AC0-A24E-EBB8A3864606}" dt="2026-04-27T10:09:52.961" v="1729" actId="164"/>
          <ac:spMkLst>
            <pc:docMk/>
            <pc:sldMk cId="84684587" sldId="283"/>
            <ac:spMk id="26" creationId="{5FB90B62-1617-C482-8AFB-6A1C71AF8AEB}"/>
          </ac:spMkLst>
        </pc:spChg>
        <pc:grpChg chg="mod">
          <ac:chgData name="Young-Chung Hsue" userId="0d39fb11249e9e67" providerId="LiveId" clId="{A170C4A5-6498-4AC0-A24E-EBB8A3864606}" dt="2026-04-27T10:04:26.770" v="1638" actId="14100"/>
          <ac:grpSpMkLst>
            <pc:docMk/>
            <pc:sldMk cId="84684587" sldId="283"/>
            <ac:grpSpMk id="19" creationId="{83410605-F237-6D96-A58C-6D09020549C7}"/>
          </ac:grpSpMkLst>
        </pc:grpChg>
        <pc:grpChg chg="mod">
          <ac:chgData name="Young-Chung Hsue" userId="0d39fb11249e9e67" providerId="LiveId" clId="{A170C4A5-6498-4AC0-A24E-EBB8A3864606}" dt="2026-04-27T10:07:31.878" v="1684" actId="164"/>
          <ac:grpSpMkLst>
            <pc:docMk/>
            <pc:sldMk cId="84684587" sldId="283"/>
            <ac:grpSpMk id="20" creationId="{1785C10C-CFBF-29FF-67A3-002D41D18301}"/>
          </ac:grpSpMkLst>
        </pc:grpChg>
        <pc:grpChg chg="add mod">
          <ac:chgData name="Young-Chung Hsue" userId="0d39fb11249e9e67" providerId="LiveId" clId="{A170C4A5-6498-4AC0-A24E-EBB8A3864606}" dt="2026-04-27T10:07:31.878" v="1684" actId="164"/>
          <ac:grpSpMkLst>
            <pc:docMk/>
            <pc:sldMk cId="84684587" sldId="283"/>
            <ac:grpSpMk id="23" creationId="{584954B5-9C0B-B146-77EE-08FC4C2BB1A6}"/>
          </ac:grpSpMkLst>
        </pc:grpChg>
        <pc:grpChg chg="add mod">
          <ac:chgData name="Young-Chung Hsue" userId="0d39fb11249e9e67" providerId="LiveId" clId="{A170C4A5-6498-4AC0-A24E-EBB8A3864606}" dt="2026-04-27T10:09:52.961" v="1729" actId="164"/>
          <ac:grpSpMkLst>
            <pc:docMk/>
            <pc:sldMk cId="84684587" sldId="283"/>
            <ac:grpSpMk id="27" creationId="{FCFE7D91-3315-9C5E-7BFA-F2E1BD913BB1}"/>
          </ac:grpSpMkLst>
        </pc:grpChg>
        <pc:picChg chg="add mod">
          <ac:chgData name="Young-Chung Hsue" userId="0d39fb11249e9e67" providerId="LiveId" clId="{A170C4A5-6498-4AC0-A24E-EBB8A3864606}" dt="2026-04-27T10:08:54.337" v="1702" actId="1037"/>
          <ac:picMkLst>
            <pc:docMk/>
            <pc:sldMk cId="84684587" sldId="283"/>
            <ac:picMk id="22" creationId="{2533F72E-93BA-0F08-1EFC-EC31889B24C2}"/>
          </ac:picMkLst>
        </pc:picChg>
      </pc:sldChg>
      <pc:sldMasterChg chg="add addSldLayout">
        <pc:chgData name="Young-Chung Hsue" userId="0d39fb11249e9e67" providerId="LiveId" clId="{A170C4A5-6498-4AC0-A24E-EBB8A3864606}" dt="2026-04-20T05:44:18.989" v="204" actId="26606"/>
        <pc:sldMasterMkLst>
          <pc:docMk/>
          <pc:sldMasterMk cId="0" sldId="2147483648"/>
        </pc:sldMasterMkLst>
        <pc:sldLayoutChg chg="add">
          <pc:chgData name="Young-Chung Hsue" userId="0d39fb11249e9e67" providerId="LiveId" clId="{A170C4A5-6498-4AC0-A24E-EBB8A3864606}" dt="2026-04-20T05:44:18.989" v="204" actId="26606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769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CFF34-805C-B8C2-3464-A9B9FEE63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451CE7-2A56-973C-966F-9178CEFC8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BE222-79D9-314F-D368-F6B13DF11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1878E-FAEE-4B38-6379-A798AC2CD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40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1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1097280" cy="10972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1920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NonBlocking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731520" y="24688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73152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CD3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別讓清單管理成為另一個負擔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31520" y="3749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把大腦當單執行緒，一次只做一件事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0BFBB03-1979-5A55-AB21-A2F8DAF74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831" y="371959"/>
            <a:ext cx="320464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你是否也有這些困擾？</a:t>
            </a:r>
            <a:endParaRPr lang="en-US" sz="1800" dirty="0"/>
          </a:p>
        </p:txBody>
      </p:sp>
      <p:pic>
        <p:nvPicPr>
          <p:cNvPr id="6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4805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40080" y="457200"/>
            <a:ext cx="64008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清單散落在各個不同的地方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我以前最大的痛點，不是沒清單，而是這些清單散落在各個不同的 APP 甚至是裝置裡面，各有各的管理法。這也形成了一種負擔。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 rot="-300000">
            <a:off x="914400" y="2926080"/>
            <a:ext cx="1463040" cy="731520"/>
          </a:xfrm>
          <a:prstGeom prst="rect">
            <a:avLst/>
          </a:prstGeom>
          <a:solidFill>
            <a:srgbClr val="3B82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 rot="-300000">
            <a:off x="914400" y="2926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App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rot="180000">
            <a:off x="2560320" y="2743200"/>
            <a:ext cx="1463040" cy="73152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 rot="180000">
            <a:off x="2560320" y="27432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 rot="-120000">
            <a:off x="4206240" y="3017520"/>
            <a:ext cx="1463040" cy="73152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 rot="-120000">
            <a:off x="4206240" y="30175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 rot="240000">
            <a:off x="5852160" y="2834640"/>
            <a:ext cx="1463040" cy="731520"/>
          </a:xfrm>
          <a:prstGeom prst="rect">
            <a:avLst/>
          </a:prstGeom>
          <a:solidFill>
            <a:srgbClr val="EF44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 rot="240000">
            <a:off x="5852160" y="28346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 rot="-180000">
            <a:off x="1645920" y="3840480"/>
            <a:ext cx="1463040" cy="73152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 rot="-180000">
            <a:off x="1645920" y="3840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 rot="120000">
            <a:off x="5029200" y="3931920"/>
            <a:ext cx="1463040" cy="731520"/>
          </a:xfrm>
          <a:prstGeom prst="rect">
            <a:avLst/>
          </a:prstGeom>
          <a:solidFill>
            <a:srgbClr val="22C55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/>
          <p:nvPr/>
        </p:nvSpPr>
        <p:spPr>
          <a:xfrm rot="120000">
            <a:off x="5029200" y="3931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Notes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0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7200" dirty="0"/>
          </a:p>
        </p:txBody>
      </p:sp>
      <p:pic>
        <p:nvPicPr>
          <p:cNvPr id="20" name="Image 1" descr="nb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pic>
        <p:nvPicPr>
          <p:cNvPr id="22" name="圖形 21" descr="網際網路 以實心填滿">
            <a:extLst>
              <a:ext uri="{FF2B5EF4-FFF2-40B4-BE49-F238E27FC236}">
                <a16:creationId xmlns:a16="http://schemas.microsoft.com/office/drawing/2014/main" id="{84E88FF8-62F9-BB42-99C0-73F97F047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6127" y="3878895"/>
            <a:ext cx="914400" cy="914400"/>
          </a:xfrm>
          <a:prstGeom prst="rect">
            <a:avLst/>
          </a:prstGeom>
        </p:spPr>
      </p:pic>
      <p:pic>
        <p:nvPicPr>
          <p:cNvPr id="24" name="圖形 23" descr="智慧型手機 以實心填滿">
            <a:extLst>
              <a:ext uri="{FF2B5EF4-FFF2-40B4-BE49-F238E27FC236}">
                <a16:creationId xmlns:a16="http://schemas.microsoft.com/office/drawing/2014/main" id="{3B56A79F-3C14-1EEC-7E8D-32083FC7DD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6673" y="3881655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40080" y="457200"/>
            <a:ext cx="64008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打岔後，回不到主線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每當打岔後，想回來主線，腦袋常常在決策打開哪個 APP 時就卡住了，最後還是常常靠記憶力，或者跑去滑手機。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1737360" cy="128016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FOCUS</a:t>
            </a:r>
            <a:endParaRPr lang="en-US" sz="11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專注工作中</a:t>
            </a:r>
            <a:endParaRPr lang="en-US" sz="1100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4060380F-62BC-38FD-B103-8B27CE7447B1}"/>
              </a:ext>
            </a:extLst>
          </p:cNvPr>
          <p:cNvGrpSpPr/>
          <p:nvPr/>
        </p:nvGrpSpPr>
        <p:grpSpPr>
          <a:xfrm>
            <a:off x="2331720" y="2834640"/>
            <a:ext cx="2331720" cy="1280160"/>
            <a:chOff x="2331720" y="2834640"/>
            <a:chExt cx="2331720" cy="1280160"/>
          </a:xfrm>
        </p:grpSpPr>
        <p:sp>
          <p:nvSpPr>
            <p:cNvPr id="9" name="Text 6"/>
            <p:cNvSpPr/>
            <p:nvPr/>
          </p:nvSpPr>
          <p:spPr>
            <a:xfrm>
              <a:off x="2331720" y="3108960"/>
              <a:ext cx="4572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&gt;&gt;</a:t>
              </a:r>
              <a:endParaRPr lang="en-US" sz="24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2926080" y="2834640"/>
              <a:ext cx="1737360" cy="128016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2926080" y="2834640"/>
              <a:ext cx="173736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kern="0" spc="300" dirty="0">
                  <a:solidFill>
                    <a:srgbClr val="0F172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INTERRUPT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500" b="1" dirty="0">
                  <a:solidFill>
                    <a:srgbClr val="0F172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被打岔！</a:t>
              </a:r>
              <a:endParaRPr lang="en-US" sz="1100" dirty="0"/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E397F58D-FA1E-5732-9D21-40B780F63D4E}"/>
              </a:ext>
            </a:extLst>
          </p:cNvPr>
          <p:cNvGrpSpPr/>
          <p:nvPr/>
        </p:nvGrpSpPr>
        <p:grpSpPr>
          <a:xfrm>
            <a:off x="4800600" y="2834640"/>
            <a:ext cx="2331720" cy="1280160"/>
            <a:chOff x="4800600" y="2834640"/>
            <a:chExt cx="2331720" cy="1280160"/>
          </a:xfrm>
        </p:grpSpPr>
        <p:sp>
          <p:nvSpPr>
            <p:cNvPr id="12" name="Text 9"/>
            <p:cNvSpPr/>
            <p:nvPr/>
          </p:nvSpPr>
          <p:spPr>
            <a:xfrm>
              <a:off x="4800600" y="3108960"/>
              <a:ext cx="4572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&gt;&gt;</a:t>
              </a:r>
              <a:endParaRPr lang="en-US" sz="24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5394960" y="2834640"/>
              <a:ext cx="1737360" cy="1280160"/>
            </a:xfrm>
            <a:prstGeom prst="rect">
              <a:avLst/>
            </a:prstGeom>
            <a:solidFill>
              <a:srgbClr val="EF4444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5394960" y="2834640"/>
              <a:ext cx="173736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kern="0" spc="300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STUCK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打開哪個 APP？</a:t>
              </a:r>
              <a:endParaRPr lang="en-US" sz="1100" dirty="0"/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8518BFCB-9F11-07C9-6335-7A1DA19B7831}"/>
              </a:ext>
            </a:extLst>
          </p:cNvPr>
          <p:cNvGrpSpPr/>
          <p:nvPr/>
        </p:nvGrpSpPr>
        <p:grpSpPr>
          <a:xfrm>
            <a:off x="7269480" y="2834640"/>
            <a:ext cx="1600200" cy="1280160"/>
            <a:chOff x="7269480" y="2834640"/>
            <a:chExt cx="1600200" cy="1280160"/>
          </a:xfrm>
        </p:grpSpPr>
        <p:sp>
          <p:nvSpPr>
            <p:cNvPr id="15" name="Text 12"/>
            <p:cNvSpPr/>
            <p:nvPr/>
          </p:nvSpPr>
          <p:spPr>
            <a:xfrm>
              <a:off x="7269480" y="3108960"/>
              <a:ext cx="4572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&gt;&gt;</a:t>
              </a:r>
              <a:endParaRPr lang="en-US" sz="24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7863840" y="2834640"/>
              <a:ext cx="1005840" cy="1280160"/>
            </a:xfrm>
            <a:prstGeom prst="rect">
              <a:avLst/>
            </a:prstGeom>
            <a:solidFill>
              <a:srgbClr val="334155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7863840" y="2834640"/>
              <a:ext cx="100584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滑手機</a:t>
              </a:r>
              <a:endParaRPr lang="en-US" sz="1300" dirty="0"/>
            </a:p>
          </p:txBody>
        </p:sp>
      </p:grpSp>
      <p:pic>
        <p:nvPicPr>
          <p:cNvPr id="18" name="Image 1" descr="nb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40080" y="457200"/>
            <a:ext cx="64008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忙了一天，卻說不清時間花在哪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結果就是，一天很忙、很累，但晚上回想，時間到底花在哪裡，常常講不清楚</a:t>
            </a:r>
            <a:r>
              <a:rPr lang="en-US" sz="18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r>
              <a:rPr lang="zh-TW" altLang="en-US" sz="18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也因此常常懊悔自己老是忘掉一些重要的事要做。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265176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914400" y="2651760"/>
            <a:ext cx="320040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91440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早上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32004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「今天好多事要做！」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充滿幹勁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忙忙忙忙忙忙...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0" y="3200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029200" y="2651760"/>
            <a:ext cx="32004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0"/>
          <p:cNvSpPr/>
          <p:nvPr/>
        </p:nvSpPr>
        <p:spPr>
          <a:xfrm>
            <a:off x="5029200" y="2651760"/>
            <a:ext cx="320040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502920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晚上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212080" y="32004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「今天到底做了什麼？」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完全想不起來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時間去哪了...？</a:t>
            </a:r>
            <a:endParaRPr lang="en-US" sz="1400" dirty="0"/>
          </a:p>
        </p:txBody>
      </p:sp>
      <p:pic>
        <p:nvPicPr>
          <p:cNvPr id="16" name="Image 1" descr="nb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NonBlockingLife 的解決方案</a:t>
            </a:r>
            <a:endParaRPr lang="en-US" sz="1800" dirty="0"/>
          </a:p>
        </p:txBody>
      </p:sp>
      <p:pic>
        <p:nvPicPr>
          <p:cNvPr id="6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4805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" name="Title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zh-TW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痛點 → 解法總覽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NonBlockingLife 的四大核心解法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F41C9E74-0E80-70C8-69DC-0218DE46AA21}"/>
              </a:ext>
            </a:extLst>
          </p:cNvPr>
          <p:cNvGrpSpPr/>
          <p:nvPr/>
        </p:nvGrpSpPr>
        <p:grpSpPr>
          <a:xfrm>
            <a:off x="457200" y="960120"/>
            <a:ext cx="8229600" cy="822960"/>
            <a:chOff x="457200" y="960120"/>
            <a:chExt cx="8229600" cy="822960"/>
          </a:xfrm>
        </p:grpSpPr>
        <p:sp>
          <p:nvSpPr>
            <p:cNvPr id="10" name="Row1BG"/>
            <p:cNvSpPr/>
            <p:nvPr/>
          </p:nvSpPr>
          <p:spPr>
            <a:xfrm>
              <a:off x="457200" y="9601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1E1A0F">
                <a:alpha val="80000"/>
              </a:srgbClr>
            </a:solidFill>
            <a:ln w="12700">
              <a:solidFill>
                <a:srgbClr val="F59E0B">
                  <a:alpha val="40000"/>
                </a:srgbClr>
              </a:solidFill>
            </a:ln>
          </p:spPr>
          <p:txBody>
            <a:bodyPr/>
            <a:lstStyle/>
            <a:p>
              <a:endParaRPr lang="zh-TW"/>
            </a:p>
          </p:txBody>
        </p:sp>
        <p:sp>
          <p:nvSpPr>
            <p:cNvPr id="11" name="Row1Num"/>
            <p:cNvSpPr/>
            <p:nvPr/>
          </p:nvSpPr>
          <p:spPr>
            <a:xfrm>
              <a:off x="548640" y="10972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F59E0B"/>
            </a:solidFill>
            <a:ln w="0">
              <a:noFill/>
            </a:ln>
          </p:spPr>
          <p:txBody>
            <a:bodyPr wrap="square" rtlCol="0" anchor="ctr"/>
            <a:lstStyle/>
            <a:p>
              <a:pPr algn="ctr">
                <a:buNone/>
              </a:pPr>
              <a:r>
                <a:rPr lang="en-US" sz="2000" b="1" dirty="0">
                  <a:solidFill>
                    <a:srgbClr val="0F172A"/>
                  </a:solidFill>
                  <a:latin typeface="Arial Black"/>
                </a:rPr>
                <a:t>1</a:t>
              </a:r>
            </a:p>
          </p:txBody>
        </p:sp>
        <p:sp>
          <p:nvSpPr>
            <p:cNvPr id="12" name="Row1Pain"/>
            <p:cNvSpPr/>
            <p:nvPr/>
          </p:nvSpPr>
          <p:spPr>
            <a:xfrm>
              <a:off x="1051560" y="10058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zh-TW" sz="1400" b="1">
                  <a:solidFill>
                    <a:srgbClr val="F59E0B"/>
                  </a:solidFill>
                  <a:latin typeface="Microsoft JhengHei" pitchFamily="34" charset="0"/>
                  <a:ea typeface="Microsoft JhengHei" pitchFamily="34" charset="-122"/>
                </a:rPr>
                <a:t>清單散落各處</a:t>
              </a:r>
            </a:p>
          </p:txBody>
        </p:sp>
        <p:sp>
          <p:nvSpPr>
            <p:cNvPr id="13" name="Row1Arrow"/>
            <p:cNvSpPr/>
            <p:nvPr/>
          </p:nvSpPr>
          <p:spPr>
            <a:xfrm>
              <a:off x="3246120" y="10058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algn="ctr">
                <a:buNone/>
              </a:pPr>
              <a:r>
                <a:rPr lang="en-US" sz="1600">
                  <a:solidFill>
                    <a:srgbClr val="F59E0B"/>
                  </a:solidFill>
                  <a:latin typeface="Arial"/>
                </a:rPr>
                <a:t>→</a:t>
              </a:r>
            </a:p>
          </p:txBody>
        </p:sp>
        <p:sp>
          <p:nvSpPr>
            <p:cNvPr id="14" name="Row1Sol"/>
            <p:cNvSpPr/>
            <p:nvPr/>
          </p:nvSpPr>
          <p:spPr>
            <a:xfrm>
              <a:off x="3611880" y="10058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zh-TW" sz="12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</a:rPr>
                <a:t>中控中心 + Candidates 頁面</a:t>
              </a:r>
            </a:p>
            <a:p>
              <a:pPr marL="0" indent="0">
                <a:buNone/>
              </a:pPr>
              <a:r>
                <a:rPr lang="zh-TW" sz="1050" dirty="0">
                  <a:solidFill>
                    <a:srgbClr val="CBD5E1"/>
                  </a:solidFill>
                  <a:latin typeface="Microsoft JhengHei" pitchFamily="34" charset="0"/>
                  <a:ea typeface="Microsoft JhengHei" pitchFamily="34" charset="-122"/>
                </a:rPr>
                <a:t>單一窗口，自動列出任務，迅速決策開始工作</a:t>
              </a:r>
            </a:p>
          </p:txBody>
        </p:sp>
      </p:grpSp>
      <p:sp>
        <p:nvSpPr>
          <p:cNvPr id="20" name="Row2BG"/>
          <p:cNvSpPr/>
          <p:nvPr/>
        </p:nvSpPr>
        <p:spPr>
          <a:xfrm>
            <a:off x="457200" y="187452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0F1E2A">
              <a:alpha val="80000"/>
            </a:srgbClr>
          </a:solidFill>
          <a:ln w="12700">
            <a:solidFill>
              <a:srgbClr val="06B6D4">
                <a:alpha val="40000"/>
              </a:srgbClr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21" name="Row2Num"/>
          <p:cNvSpPr/>
          <p:nvPr/>
        </p:nvSpPr>
        <p:spPr>
          <a:xfrm>
            <a:off x="548640" y="2011680"/>
            <a:ext cx="411480" cy="5486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2000" b="1">
                <a:solidFill>
                  <a:srgbClr val="0F172A"/>
                </a:solidFill>
                <a:latin typeface="Arial Black"/>
              </a:rPr>
              <a:t>2</a:t>
            </a:r>
          </a:p>
        </p:txBody>
      </p:sp>
      <p:sp>
        <p:nvSpPr>
          <p:cNvPr id="22" name="Row2Pain"/>
          <p:cNvSpPr/>
          <p:nvPr/>
        </p:nvSpPr>
        <p:spPr>
          <a:xfrm>
            <a:off x="1051560" y="1920240"/>
            <a:ext cx="21945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zh-TW" sz="140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</a:rPr>
              <a:t>打岔後回不來</a:t>
            </a:r>
          </a:p>
        </p:txBody>
      </p:sp>
      <p:sp>
        <p:nvSpPr>
          <p:cNvPr id="23" name="Row2Arrow"/>
          <p:cNvSpPr/>
          <p:nvPr/>
        </p:nvSpPr>
        <p:spPr>
          <a:xfrm>
            <a:off x="3246120" y="1920240"/>
            <a:ext cx="365760" cy="73152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600">
                <a:solidFill>
                  <a:srgbClr val="06B6D4"/>
                </a:solidFill>
                <a:latin typeface="Arial"/>
              </a:rPr>
              <a:t>→</a:t>
            </a:r>
          </a:p>
        </p:txBody>
      </p:sp>
      <p:sp>
        <p:nvSpPr>
          <p:cNvPr id="24" name="Row2Sol"/>
          <p:cNvSpPr/>
          <p:nvPr/>
        </p:nvSpPr>
        <p:spPr>
          <a:xfrm>
            <a:off x="3611880" y="1920240"/>
            <a:ext cx="4937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zh-TW" sz="12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番茄鐘專注 · Inbox 速記歸類 · 中斷模式</a:t>
            </a:r>
          </a:p>
          <a:p>
            <a:pPr marL="0" indent="0">
              <a:buNone/>
            </a:pPr>
            <a:r>
              <a:rPr lang="zh-TW" sz="105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Idea 丟 Inbox 事後歸類 │ 吃時間的打岔進入中斷任務</a:t>
            </a:r>
          </a:p>
        </p:txBody>
      </p:sp>
      <p:sp>
        <p:nvSpPr>
          <p:cNvPr id="30" name="Row3BG"/>
          <p:cNvSpPr/>
          <p:nvPr/>
        </p:nvSpPr>
        <p:spPr>
          <a:xfrm>
            <a:off x="457200" y="278892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0F2A16">
              <a:alpha val="80000"/>
            </a:srgbClr>
          </a:solidFill>
          <a:ln w="12700">
            <a:solidFill>
              <a:srgbClr val="22C55E">
                <a:alpha val="40000"/>
              </a:srgbClr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31" name="Row3Num"/>
          <p:cNvSpPr/>
          <p:nvPr/>
        </p:nvSpPr>
        <p:spPr>
          <a:xfrm>
            <a:off x="548640" y="2926080"/>
            <a:ext cx="411480" cy="54864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2000" b="1">
                <a:solidFill>
                  <a:srgbClr val="0F172A"/>
                </a:solidFill>
                <a:latin typeface="Arial Black"/>
              </a:rPr>
              <a:t>3</a:t>
            </a:r>
          </a:p>
        </p:txBody>
      </p:sp>
      <p:sp>
        <p:nvSpPr>
          <p:cNvPr id="32" name="Row3Pain"/>
          <p:cNvSpPr/>
          <p:nvPr/>
        </p:nvSpPr>
        <p:spPr>
          <a:xfrm>
            <a:off x="1051560" y="2834640"/>
            <a:ext cx="21945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zh-TW" sz="1400" b="1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</a:rPr>
              <a:t>說不清時間花哪</a:t>
            </a:r>
          </a:p>
        </p:txBody>
      </p:sp>
      <p:sp>
        <p:nvSpPr>
          <p:cNvPr id="33" name="Row3Arrow"/>
          <p:cNvSpPr/>
          <p:nvPr/>
        </p:nvSpPr>
        <p:spPr>
          <a:xfrm>
            <a:off x="3246120" y="2834640"/>
            <a:ext cx="365760" cy="73152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600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34" name="Row3Sol"/>
          <p:cNvSpPr/>
          <p:nvPr/>
        </p:nvSpPr>
        <p:spPr>
          <a:xfrm>
            <a:off x="3611880" y="2834640"/>
            <a:ext cx="4937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zh-TW" sz="12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Log 頁面完整追蹤</a:t>
            </a:r>
          </a:p>
          <a:p>
            <a:pPr marL="0" indent="0">
              <a:buNone/>
            </a:pPr>
            <a:r>
              <a:rPr lang="zh-TW" sz="105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每筆任務的開始與結束都有紀錄，時間去哪一目了然</a:t>
            </a:r>
          </a:p>
        </p:txBody>
      </p:sp>
      <p:sp>
        <p:nvSpPr>
          <p:cNvPr id="40" name="Row4BG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1F0F2A">
              <a:alpha val="80000"/>
            </a:srgbClr>
          </a:solidFill>
          <a:ln w="12700">
            <a:solidFill>
              <a:srgbClr val="A855F7">
                <a:alpha val="40000"/>
              </a:srgbClr>
            </a:solidFill>
          </a:ln>
        </p:spPr>
        <p:txBody>
          <a:bodyPr/>
          <a:lstStyle/>
          <a:p>
            <a:endParaRPr lang="zh-TW"/>
          </a:p>
        </p:txBody>
      </p:sp>
      <p:sp>
        <p:nvSpPr>
          <p:cNvPr id="41" name="Row4Num"/>
          <p:cNvSpPr/>
          <p:nvPr/>
        </p:nvSpPr>
        <p:spPr>
          <a:xfrm>
            <a:off x="548640" y="3840480"/>
            <a:ext cx="411480" cy="548640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2000" b="1">
                <a:solidFill>
                  <a:srgbClr val="0F172A"/>
                </a:solidFill>
                <a:latin typeface="Arial Black"/>
              </a:rPr>
              <a:t>4</a:t>
            </a:r>
          </a:p>
        </p:txBody>
      </p:sp>
      <p:sp>
        <p:nvSpPr>
          <p:cNvPr id="42" name="Row4Pain"/>
          <p:cNvSpPr/>
          <p:nvPr/>
        </p:nvSpPr>
        <p:spPr>
          <a:xfrm>
            <a:off x="1051560" y="3749040"/>
            <a:ext cx="21945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zh-TW" sz="1400" b="1">
                <a:solidFill>
                  <a:srgbClr val="A855F7"/>
                </a:solidFill>
                <a:latin typeface="Microsoft JhengHei" pitchFamily="34" charset="0"/>
                <a:ea typeface="Microsoft JhengHei" pitchFamily="34" charset="-122"/>
              </a:rPr>
              <a:t>備份同步與分析</a:t>
            </a:r>
          </a:p>
        </p:txBody>
      </p:sp>
      <p:sp>
        <p:nvSpPr>
          <p:cNvPr id="43" name="Row4Arrow"/>
          <p:cNvSpPr/>
          <p:nvPr/>
        </p:nvSpPr>
        <p:spPr>
          <a:xfrm>
            <a:off x="3246120" y="3749040"/>
            <a:ext cx="365760" cy="73152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600">
                <a:solidFill>
                  <a:srgbClr val="A855F7"/>
                </a:solidFill>
                <a:latin typeface="Arial"/>
              </a:rPr>
              <a:t>→</a:t>
            </a:r>
          </a:p>
        </p:txBody>
      </p:sp>
      <p:sp>
        <p:nvSpPr>
          <p:cNvPr id="44" name="Row4Sol"/>
          <p:cNvSpPr/>
          <p:nvPr/>
        </p:nvSpPr>
        <p:spPr>
          <a:xfrm>
            <a:off x="3611880" y="3749040"/>
            <a:ext cx="4937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zh-TW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Google Drive 同步 </a:t>
            </a:r>
            <a:r>
              <a:rPr lang="zh-TW" alt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以利</a:t>
            </a:r>
            <a:r>
              <a:rPr lang="zh-TW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進階分析</a:t>
            </a:r>
          </a:p>
          <a:p>
            <a:pPr marL="0" indent="0">
              <a:buNone/>
            </a:pPr>
            <a:r>
              <a:rPr lang="zh-TW" sz="10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本機操作快速，離線可用，資料在自己的雲端硬碟</a:t>
            </a:r>
          </a:p>
        </p:txBody>
      </p:sp>
      <p:pic>
        <p:nvPicPr>
          <p:cNvPr id="50" name="Logo" descr="nb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29B0F-7C0A-D654-0A2F-78365E47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92DD04-8CAC-227B-F00F-FC6335692930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8489203-E1E4-F310-EE84-31B54D4444F8}"/>
              </a:ext>
            </a:extLst>
          </p:cNvPr>
          <p:cNvSpPr/>
          <p:nvPr/>
        </p:nvSpPr>
        <p:spPr>
          <a:xfrm>
            <a:off x="640080" y="457200"/>
            <a:ext cx="640080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82B942C-5BFF-6AC2-8AC9-E0838C6F9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66928"/>
            <a:ext cx="420624" cy="42062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E336651C-86DA-732F-17F5-6247D1B02CC8}"/>
              </a:ext>
            </a:extLst>
          </p:cNvPr>
          <p:cNvSpPr/>
          <p:nvPr/>
        </p:nvSpPr>
        <p:spPr>
          <a:xfrm>
            <a:off x="1554480" y="502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打岔後，回</a:t>
            </a:r>
            <a:r>
              <a:rPr lang="zh-TW" altLang="en-US" sz="2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</a:t>
            </a:r>
            <a:r>
              <a:rPr lang="en-US" sz="2600" b="1" dirty="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主線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D66E477-370A-6D7E-9791-48CF70747347}"/>
              </a:ext>
            </a:extLst>
          </p:cNvPr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每當打岔後</a:t>
            </a:r>
            <a:r>
              <a:rPr lang="en-US" sz="18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只要點開</a:t>
            </a:r>
            <a:r>
              <a:rPr lang="en-US" altLang="zh-TW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NBL</a:t>
            </a:r>
            <a:r>
              <a:rPr lang="zh-TW" altLang="en-US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，就可以回到主線</a:t>
            </a:r>
            <a:r>
              <a:rPr lang="en-US" sz="18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C629394-B17A-658F-818B-9D794E931657}"/>
              </a:ext>
            </a:extLst>
          </p:cNvPr>
          <p:cNvSpPr/>
          <p:nvPr/>
        </p:nvSpPr>
        <p:spPr>
          <a:xfrm>
            <a:off x="457200" y="2834640"/>
            <a:ext cx="1554480" cy="128016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4745D93-834D-FC94-C8CD-BFC7E9439CC1}"/>
              </a:ext>
            </a:extLst>
          </p:cNvPr>
          <p:cNvSpPr/>
          <p:nvPr/>
        </p:nvSpPr>
        <p:spPr>
          <a:xfrm>
            <a:off x="457200" y="283464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FOCUS</a:t>
            </a:r>
            <a:endParaRPr lang="en-US" sz="11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專注工作中</a:t>
            </a:r>
            <a:endParaRPr lang="en-US" sz="1100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83410605-F237-6D96-A58C-6D09020549C7}"/>
              </a:ext>
            </a:extLst>
          </p:cNvPr>
          <p:cNvGrpSpPr/>
          <p:nvPr/>
        </p:nvGrpSpPr>
        <p:grpSpPr>
          <a:xfrm>
            <a:off x="2148840" y="2834640"/>
            <a:ext cx="2194561" cy="1280160"/>
            <a:chOff x="2331720" y="2834640"/>
            <a:chExt cx="2331720" cy="1280160"/>
          </a:xfrm>
        </p:grpSpPr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6028AB4E-1D7D-BD85-6382-9F66D2513D5E}"/>
                </a:ext>
              </a:extLst>
            </p:cNvPr>
            <p:cNvSpPr/>
            <p:nvPr/>
          </p:nvSpPr>
          <p:spPr>
            <a:xfrm>
              <a:off x="2331720" y="3108960"/>
              <a:ext cx="4572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&gt;&gt;</a:t>
              </a:r>
              <a:endParaRPr lang="en-US" sz="2400" dirty="0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FABF92BB-B457-6E83-4047-6E4D15675E19}"/>
                </a:ext>
              </a:extLst>
            </p:cNvPr>
            <p:cNvSpPr/>
            <p:nvPr/>
          </p:nvSpPr>
          <p:spPr>
            <a:xfrm>
              <a:off x="2926080" y="2834640"/>
              <a:ext cx="1737360" cy="128016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DAD58033-6C4C-27FF-C9F5-AB8545423471}"/>
                </a:ext>
              </a:extLst>
            </p:cNvPr>
            <p:cNvSpPr/>
            <p:nvPr/>
          </p:nvSpPr>
          <p:spPr>
            <a:xfrm>
              <a:off x="2926080" y="2834640"/>
              <a:ext cx="173736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kern="0" spc="300" dirty="0">
                  <a:solidFill>
                    <a:srgbClr val="0F172A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INTERRUPT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500" b="1" dirty="0">
                  <a:solidFill>
                    <a:srgbClr val="0F172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被打岔！</a:t>
              </a:r>
              <a:endParaRPr lang="en-US" sz="1100" dirty="0"/>
            </a:p>
          </p:txBody>
        </p:sp>
      </p:grpSp>
      <p:pic>
        <p:nvPicPr>
          <p:cNvPr id="18" name="Image 1" descr="nbl_logo.png">
            <a:extLst>
              <a:ext uri="{FF2B5EF4-FFF2-40B4-BE49-F238E27FC236}">
                <a16:creationId xmlns:a16="http://schemas.microsoft.com/office/drawing/2014/main" id="{EB53243F-EEA9-311B-866F-909BA7D3A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grpSp>
        <p:nvGrpSpPr>
          <p:cNvPr id="23" name="群組 22">
            <a:extLst>
              <a:ext uri="{FF2B5EF4-FFF2-40B4-BE49-F238E27FC236}">
                <a16:creationId xmlns:a16="http://schemas.microsoft.com/office/drawing/2014/main" id="{584954B5-9C0B-B146-77EE-08FC4C2BB1A6}"/>
              </a:ext>
            </a:extLst>
          </p:cNvPr>
          <p:cNvGrpSpPr/>
          <p:nvPr/>
        </p:nvGrpSpPr>
        <p:grpSpPr>
          <a:xfrm>
            <a:off x="4572000" y="2834640"/>
            <a:ext cx="2064327" cy="1280160"/>
            <a:chOff x="4572000" y="2834640"/>
            <a:chExt cx="2064327" cy="128016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1785C10C-CFBF-29FF-67A3-002D41D18301}"/>
                </a:ext>
              </a:extLst>
            </p:cNvPr>
            <p:cNvGrpSpPr/>
            <p:nvPr/>
          </p:nvGrpSpPr>
          <p:grpSpPr>
            <a:xfrm>
              <a:off x="4572000" y="2834640"/>
              <a:ext cx="2064327" cy="1280160"/>
              <a:chOff x="4800600" y="2834640"/>
              <a:chExt cx="2331720" cy="1280160"/>
            </a:xfrm>
          </p:grpSpPr>
          <p:sp>
            <p:nvSpPr>
              <p:cNvPr id="12" name="Text 9">
                <a:extLst>
                  <a:ext uri="{FF2B5EF4-FFF2-40B4-BE49-F238E27FC236}">
                    <a16:creationId xmlns:a16="http://schemas.microsoft.com/office/drawing/2014/main" id="{5CCBFDC3-9C85-9921-B504-0E5034AA41BE}"/>
                  </a:ext>
                </a:extLst>
              </p:cNvPr>
              <p:cNvSpPr/>
              <p:nvPr/>
            </p:nvSpPr>
            <p:spPr>
              <a:xfrm>
                <a:off x="4800600" y="3108960"/>
                <a:ext cx="457200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400" dirty="0">
                    <a:solidFill>
                      <a:srgbClr val="F59E0B"/>
                    </a:solidFill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&gt;&gt;</a:t>
                </a:r>
                <a:endParaRPr lang="en-US" sz="2400" dirty="0"/>
              </a:p>
            </p:txBody>
          </p:sp>
          <p:sp>
            <p:nvSpPr>
              <p:cNvPr id="13" name="Shape 10">
                <a:extLst>
                  <a:ext uri="{FF2B5EF4-FFF2-40B4-BE49-F238E27FC236}">
                    <a16:creationId xmlns:a16="http://schemas.microsoft.com/office/drawing/2014/main" id="{9C915859-C49E-9ED8-B255-616821978CE4}"/>
                  </a:ext>
                </a:extLst>
              </p:cNvPr>
              <p:cNvSpPr/>
              <p:nvPr/>
            </p:nvSpPr>
            <p:spPr>
              <a:xfrm>
                <a:off x="5394960" y="2834640"/>
                <a:ext cx="1737360" cy="128016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/>
              <a:effectLst>
                <a:outerShdw blurRad="76200" dist="254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Text 11">
                <a:extLst>
                  <a:ext uri="{FF2B5EF4-FFF2-40B4-BE49-F238E27FC236}">
                    <a16:creationId xmlns:a16="http://schemas.microsoft.com/office/drawing/2014/main" id="{26D2C65A-1A46-3B5A-AF22-6F4EF9BF2320}"/>
                  </a:ext>
                </a:extLst>
              </p:cNvPr>
              <p:cNvSpPr/>
              <p:nvPr/>
            </p:nvSpPr>
            <p:spPr>
              <a:xfrm>
                <a:off x="5394960" y="2834640"/>
                <a:ext cx="1737360" cy="12801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altLang="zh-TW" sz="1100" b="1" kern="0" spc="300" dirty="0">
                    <a:latin typeface="Arial Black" pitchFamily="34" charset="0"/>
                    <a:ea typeface="Arial Black" pitchFamily="34" charset="-122"/>
                    <a:cs typeface="Arial Black" pitchFamily="34" charset="-120"/>
                  </a:rPr>
                  <a:t>CHECK</a:t>
                </a:r>
              </a:p>
              <a:p>
                <a:pPr marL="0" indent="0" algn="ctr">
                  <a:buNone/>
                </a:pPr>
                <a:endParaRPr lang="en-US" sz="1100" b="1" dirty="0"/>
              </a:p>
              <a:p>
                <a:pPr marL="0" indent="0" algn="ctr">
                  <a:buNone/>
                </a:pPr>
                <a:endParaRPr lang="en-US" sz="1100" b="1" dirty="0"/>
              </a:p>
              <a:p>
                <a:pPr marL="0" indent="0" algn="ctr">
                  <a:buNone/>
                </a:pPr>
                <a:endParaRPr lang="en-US" sz="1100" b="1" dirty="0"/>
              </a:p>
            </p:txBody>
          </p:sp>
        </p:grpSp>
        <p:pic>
          <p:nvPicPr>
            <p:cNvPr id="22" name="Image 1" descr="nbl_logo.png">
              <a:extLst>
                <a:ext uri="{FF2B5EF4-FFF2-40B4-BE49-F238E27FC236}">
                  <a16:creationId xmlns:a16="http://schemas.microsoft.com/office/drawing/2014/main" id="{2533F72E-93BA-0F08-1EFC-EC31889B2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65899" y="3397664"/>
              <a:ext cx="585517" cy="585517"/>
            </a:xfrm>
            <a:prstGeom prst="rect">
              <a:avLst/>
            </a:prstGeom>
          </p:spPr>
        </p:pic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FCFE7D91-3315-9C5E-7BFA-F2E1BD913BB1}"/>
              </a:ext>
            </a:extLst>
          </p:cNvPr>
          <p:cNvGrpSpPr/>
          <p:nvPr/>
        </p:nvGrpSpPr>
        <p:grpSpPr>
          <a:xfrm>
            <a:off x="6839988" y="2834640"/>
            <a:ext cx="2029692" cy="1280160"/>
            <a:chOff x="6839988" y="2834640"/>
            <a:chExt cx="2029692" cy="1280160"/>
          </a:xfrm>
        </p:grpSpPr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3900F23F-2001-42E7-E2EE-53F62420DC1B}"/>
                </a:ext>
              </a:extLst>
            </p:cNvPr>
            <p:cNvSpPr/>
            <p:nvPr/>
          </p:nvSpPr>
          <p:spPr>
            <a:xfrm>
              <a:off x="6839988" y="3108960"/>
              <a:ext cx="4572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&gt;&gt;</a:t>
              </a:r>
              <a:endParaRPr lang="en-US" sz="2400" dirty="0"/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7741EC66-1737-88D8-8005-B36C590A6B86}"/>
                </a:ext>
              </a:extLst>
            </p:cNvPr>
            <p:cNvSpPr/>
            <p:nvPr/>
          </p:nvSpPr>
          <p:spPr>
            <a:xfrm>
              <a:off x="7863840" y="2834640"/>
              <a:ext cx="100584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滑手機</a:t>
              </a:r>
              <a:endParaRPr lang="en-US" sz="1300" dirty="0"/>
            </a:p>
          </p:txBody>
        </p:sp>
        <p:sp>
          <p:nvSpPr>
            <p:cNvPr id="25" name="Shape 4">
              <a:extLst>
                <a:ext uri="{FF2B5EF4-FFF2-40B4-BE49-F238E27FC236}">
                  <a16:creationId xmlns:a16="http://schemas.microsoft.com/office/drawing/2014/main" id="{0C982708-71DF-79AC-FBCA-F55C9D972B1B}"/>
                </a:ext>
              </a:extLst>
            </p:cNvPr>
            <p:cNvSpPr/>
            <p:nvPr/>
          </p:nvSpPr>
          <p:spPr>
            <a:xfrm>
              <a:off x="7269480" y="2834640"/>
              <a:ext cx="1554480" cy="1280160"/>
            </a:xfrm>
            <a:prstGeom prst="rect">
              <a:avLst/>
            </a:prstGeom>
            <a:solidFill>
              <a:srgbClr val="0D9488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5FB90B62-1617-C482-8AFB-6A1C71AF8AEB}"/>
                </a:ext>
              </a:extLst>
            </p:cNvPr>
            <p:cNvSpPr/>
            <p:nvPr/>
          </p:nvSpPr>
          <p:spPr>
            <a:xfrm>
              <a:off x="7269480" y="2834640"/>
              <a:ext cx="1554480" cy="1280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kern="0" spc="300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FOCUS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專注工作中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84684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簡易的任務與想法中控中心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NBL 為簡易的任務與想法的中控中心，複雜的管理法則依然由各個專門的 APP 來做。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91886" y="2319453"/>
            <a:ext cx="3283662" cy="2586897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474720" y="3070299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NBL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0" y="3863340"/>
            <a:ext cx="2194560" cy="434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中控中心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1645920" cy="64008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專案管理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447357"/>
            <a:ext cx="1645920" cy="64008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447357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2743200"/>
            <a:ext cx="1645920" cy="64008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858000" y="27432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 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3931920"/>
            <a:ext cx="1645920" cy="64008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858000" y="3931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334395"/>
            <a:ext cx="1645920" cy="64008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14400" y="4334395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 APP</a:t>
            </a:r>
            <a:endParaRPr lang="en-US" sz="1100" dirty="0"/>
          </a:p>
        </p:txBody>
      </p:sp>
      <p:pic>
        <p:nvPicPr>
          <p:cNvPr id="19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沒事時，看清單，立即開始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366513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NBL </a:t>
            </a:r>
            <a:r>
              <a:rPr lang="en-US" sz="1600" dirty="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的任務清單</a:t>
            </a:r>
            <a:endParaRPr lang="en-US" sz="1600" dirty="0">
              <a:solidFill>
                <a:srgbClr val="1E293B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800100" lvl="1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altLang="zh-TW" sz="1600" dirty="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任務會依條件</a:t>
            </a:r>
            <a:r>
              <a:rPr lang="zh-TW" alt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與任務類別</a:t>
            </a:r>
            <a:r>
              <a:rPr lang="en-US" altLang="zh-TW" sz="1600" dirty="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</a:t>
            </a:r>
            <a:r>
              <a:rPr lang="zh-TW" alt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挑選現在可做的任務，並且</a:t>
            </a:r>
            <a:r>
              <a:rPr lang="en-US" altLang="zh-TW" sz="1600" dirty="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排入您的任務清單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立即就可選一個任務來進入工作狀態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不再需要決策「打開哪個 APP」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減少決策疲勞，快速進入專注</a:t>
            </a:r>
            <a:endParaRPr lang="en-US" sz="1600" dirty="0"/>
          </a:p>
        </p:txBody>
      </p:sp>
      <p:pic>
        <p:nvPicPr>
          <p:cNvPr id="6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5943600" y="2286000"/>
            <a:ext cx="2286000" cy="2286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799EA04-04EC-4F46-0D6B-16E96826B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9473" y="987829"/>
            <a:ext cx="3040127" cy="350173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7894F-E70F-8870-318D-016E7F2D6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AC782F4C-791E-F5D7-0B21-D140F990F7D3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A4F0D1F-8034-5350-BD09-AA93B6F217C6}"/>
              </a:ext>
            </a:extLst>
          </p:cNvPr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痛點 → 解法總覽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354502D-024F-60E1-8819-C20A31858E32}"/>
              </a:ext>
            </a:extLst>
          </p:cNvPr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NonBlockingLife </a:t>
            </a: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的四大核心解法</a:t>
            </a:r>
          </a:p>
        </p:txBody>
      </p:sp>
      <p:sp>
        <p:nvSpPr>
          <p:cNvPr id="10" name="Row1BG">
            <a:extLst>
              <a:ext uri="{FF2B5EF4-FFF2-40B4-BE49-F238E27FC236}">
                <a16:creationId xmlns:a16="http://schemas.microsoft.com/office/drawing/2014/main" id="{6BD533A1-2860-8158-8321-6A6EEC0A45D8}"/>
              </a:ext>
            </a:extLst>
          </p:cNvPr>
          <p:cNvSpPr/>
          <p:nvPr/>
        </p:nvSpPr>
        <p:spPr>
          <a:xfrm>
            <a:off x="457200" y="96012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1E1A0F">
              <a:alpha val="80000"/>
            </a:srgbClr>
          </a:solidFill>
          <a:ln w="12700">
            <a:solidFill>
              <a:srgbClr val="F59E0B">
                <a:alpha val="40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Row1Num">
            <a:extLst>
              <a:ext uri="{FF2B5EF4-FFF2-40B4-BE49-F238E27FC236}">
                <a16:creationId xmlns:a16="http://schemas.microsoft.com/office/drawing/2014/main" id="{4C2156A6-388E-83D4-2E05-2A3D971E0B49}"/>
              </a:ext>
            </a:extLst>
          </p:cNvPr>
          <p:cNvSpPr/>
          <p:nvPr/>
        </p:nvSpPr>
        <p:spPr>
          <a:xfrm>
            <a:off x="548640" y="1097280"/>
            <a:ext cx="41148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1</a:t>
            </a:r>
          </a:p>
        </p:txBody>
      </p:sp>
      <p:sp>
        <p:nvSpPr>
          <p:cNvPr id="12" name="Row1Pain">
            <a:extLst>
              <a:ext uri="{FF2B5EF4-FFF2-40B4-BE49-F238E27FC236}">
                <a16:creationId xmlns:a16="http://schemas.microsoft.com/office/drawing/2014/main" id="{4E6C7279-8049-964F-8D0F-5A05F0F9B48B}"/>
              </a:ext>
            </a:extLst>
          </p:cNvPr>
          <p:cNvSpPr/>
          <p:nvPr/>
        </p:nvSpPr>
        <p:spPr>
          <a:xfrm>
            <a:off x="1051560" y="1005840"/>
            <a:ext cx="21945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清單散落各處</a:t>
            </a:r>
          </a:p>
        </p:txBody>
      </p:sp>
      <p:sp>
        <p:nvSpPr>
          <p:cNvPr id="13" name="Row1Arrow">
            <a:extLst>
              <a:ext uri="{FF2B5EF4-FFF2-40B4-BE49-F238E27FC236}">
                <a16:creationId xmlns:a16="http://schemas.microsoft.com/office/drawing/2014/main" id="{714FD4FC-4BF6-EA7A-C590-A223E32A12D4}"/>
              </a:ext>
            </a:extLst>
          </p:cNvPr>
          <p:cNvSpPr/>
          <p:nvPr/>
        </p:nvSpPr>
        <p:spPr>
          <a:xfrm>
            <a:off x="3246120" y="1005840"/>
            <a:ext cx="365760" cy="73152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→</a:t>
            </a:r>
          </a:p>
        </p:txBody>
      </p:sp>
      <p:sp>
        <p:nvSpPr>
          <p:cNvPr id="14" name="Row1Sol">
            <a:extLst>
              <a:ext uri="{FF2B5EF4-FFF2-40B4-BE49-F238E27FC236}">
                <a16:creationId xmlns:a16="http://schemas.microsoft.com/office/drawing/2014/main" id="{51598CEF-6406-2CBF-3F8A-1CDEF4D04BB0}"/>
              </a:ext>
            </a:extLst>
          </p:cNvPr>
          <p:cNvSpPr/>
          <p:nvPr/>
        </p:nvSpPr>
        <p:spPr>
          <a:xfrm>
            <a:off x="3611880" y="1005840"/>
            <a:ext cx="4937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中控中心 </a:t>
            </a:r>
            <a:r>
              <a:rPr kumimoji="0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+ Candidates </a:t>
            </a:r>
            <a:r>
              <a:rPr kumimoji="0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頁面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單一窗口，自動列出任務，迅速決策開始工作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EF50E9EC-7EA1-83A8-FE93-3E80EB34BDA6}"/>
              </a:ext>
            </a:extLst>
          </p:cNvPr>
          <p:cNvGrpSpPr/>
          <p:nvPr/>
        </p:nvGrpSpPr>
        <p:grpSpPr>
          <a:xfrm>
            <a:off x="457200" y="1874520"/>
            <a:ext cx="8229600" cy="822960"/>
            <a:chOff x="457200" y="1874520"/>
            <a:chExt cx="8229600" cy="822960"/>
          </a:xfrm>
        </p:grpSpPr>
        <p:sp>
          <p:nvSpPr>
            <p:cNvPr id="20" name="Row2BG">
              <a:extLst>
                <a:ext uri="{FF2B5EF4-FFF2-40B4-BE49-F238E27FC236}">
                  <a16:creationId xmlns:a16="http://schemas.microsoft.com/office/drawing/2014/main" id="{E4307C1C-BECE-29CA-AF2C-A258FFEBDDB8}"/>
                </a:ext>
              </a:extLst>
            </p:cNvPr>
            <p:cNvSpPr/>
            <p:nvPr/>
          </p:nvSpPr>
          <p:spPr>
            <a:xfrm>
              <a:off x="457200" y="18745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0F1E2A">
                <a:alpha val="80000"/>
              </a:srgbClr>
            </a:solidFill>
            <a:ln w="12700">
              <a:solidFill>
                <a:srgbClr val="06B6D4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1" name="Row2Num">
              <a:extLst>
                <a:ext uri="{FF2B5EF4-FFF2-40B4-BE49-F238E27FC236}">
                  <a16:creationId xmlns:a16="http://schemas.microsoft.com/office/drawing/2014/main" id="{6914D0E6-89E2-0A64-66A8-5748530E8ECB}"/>
                </a:ext>
              </a:extLst>
            </p:cNvPr>
            <p:cNvSpPr/>
            <p:nvPr/>
          </p:nvSpPr>
          <p:spPr>
            <a:xfrm>
              <a:off x="548640" y="20116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06B6D4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ow2Pain">
              <a:extLst>
                <a:ext uri="{FF2B5EF4-FFF2-40B4-BE49-F238E27FC236}">
                  <a16:creationId xmlns:a16="http://schemas.microsoft.com/office/drawing/2014/main" id="{DC3E69AA-52E0-D628-7CE3-BC96E78C3BCB}"/>
                </a:ext>
              </a:extLst>
            </p:cNvPr>
            <p:cNvSpPr/>
            <p:nvPr/>
          </p:nvSpPr>
          <p:spPr>
            <a:xfrm>
              <a:off x="1051560" y="19202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6B6D4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打岔後回不來</a:t>
              </a:r>
            </a:p>
          </p:txBody>
        </p:sp>
        <p:sp>
          <p:nvSpPr>
            <p:cNvPr id="23" name="Row2Arrow">
              <a:extLst>
                <a:ext uri="{FF2B5EF4-FFF2-40B4-BE49-F238E27FC236}">
                  <a16:creationId xmlns:a16="http://schemas.microsoft.com/office/drawing/2014/main" id="{2F8ACB1E-2C59-6139-7AD7-DA00C9A2A724}"/>
                </a:ext>
              </a:extLst>
            </p:cNvPr>
            <p:cNvSpPr/>
            <p:nvPr/>
          </p:nvSpPr>
          <p:spPr>
            <a:xfrm>
              <a:off x="3246120" y="19202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6B6D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ow2Sol">
              <a:extLst>
                <a:ext uri="{FF2B5EF4-FFF2-40B4-BE49-F238E27FC236}">
                  <a16:creationId xmlns:a16="http://schemas.microsoft.com/office/drawing/2014/main" id="{CFAE8D3E-FDF2-AD3A-567F-38039C149F33}"/>
                </a:ext>
              </a:extLst>
            </p:cNvPr>
            <p:cNvSpPr/>
            <p:nvPr/>
          </p:nvSpPr>
          <p:spPr>
            <a:xfrm>
              <a:off x="3611880" y="19202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番茄鐘專注 </a:t>
              </a: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· Inbox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速記歸類 </a:t>
              </a: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·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中斷模式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Idea </a:t>
              </a: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丟 </a:t>
              </a: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Inbox </a:t>
              </a: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事後歸類 │ 吃時間的打岔進入中斷任務</a:t>
              </a: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99F94850-1F70-C950-B39B-56042724DE15}"/>
              </a:ext>
            </a:extLst>
          </p:cNvPr>
          <p:cNvGrpSpPr/>
          <p:nvPr/>
        </p:nvGrpSpPr>
        <p:grpSpPr>
          <a:xfrm>
            <a:off x="457200" y="2788920"/>
            <a:ext cx="8229600" cy="822960"/>
            <a:chOff x="457200" y="2788920"/>
            <a:chExt cx="8229600" cy="822960"/>
          </a:xfrm>
        </p:grpSpPr>
        <p:sp>
          <p:nvSpPr>
            <p:cNvPr id="30" name="Row3BG">
              <a:extLst>
                <a:ext uri="{FF2B5EF4-FFF2-40B4-BE49-F238E27FC236}">
                  <a16:creationId xmlns:a16="http://schemas.microsoft.com/office/drawing/2014/main" id="{01CF4BDC-C797-EBB9-51D8-A6112888392B}"/>
                </a:ext>
              </a:extLst>
            </p:cNvPr>
            <p:cNvSpPr/>
            <p:nvPr/>
          </p:nvSpPr>
          <p:spPr>
            <a:xfrm>
              <a:off x="457200" y="27889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0F2A16">
                <a:alpha val="80000"/>
              </a:srgbClr>
            </a:solidFill>
            <a:ln w="12700">
              <a:solidFill>
                <a:srgbClr val="22C55E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" name="Row3Num">
              <a:extLst>
                <a:ext uri="{FF2B5EF4-FFF2-40B4-BE49-F238E27FC236}">
                  <a16:creationId xmlns:a16="http://schemas.microsoft.com/office/drawing/2014/main" id="{EDD30090-BEA1-16E7-F224-00B94B08D71B}"/>
                </a:ext>
              </a:extLst>
            </p:cNvPr>
            <p:cNvSpPr/>
            <p:nvPr/>
          </p:nvSpPr>
          <p:spPr>
            <a:xfrm>
              <a:off x="548640" y="29260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22C55E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ow3Pain">
              <a:extLst>
                <a:ext uri="{FF2B5EF4-FFF2-40B4-BE49-F238E27FC236}">
                  <a16:creationId xmlns:a16="http://schemas.microsoft.com/office/drawing/2014/main" id="{79579DCA-6FBA-2F7F-E436-8E396E0699FF}"/>
                </a:ext>
              </a:extLst>
            </p:cNvPr>
            <p:cNvSpPr/>
            <p:nvPr/>
          </p:nvSpPr>
          <p:spPr>
            <a:xfrm>
              <a:off x="1051560" y="28346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2C55E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說不清時間花哪</a:t>
              </a:r>
            </a:p>
          </p:txBody>
        </p:sp>
        <p:sp>
          <p:nvSpPr>
            <p:cNvPr id="33" name="Row3Arrow">
              <a:extLst>
                <a:ext uri="{FF2B5EF4-FFF2-40B4-BE49-F238E27FC236}">
                  <a16:creationId xmlns:a16="http://schemas.microsoft.com/office/drawing/2014/main" id="{5F4F90B2-9826-98BB-1C0E-628CB3993C8C}"/>
                </a:ext>
              </a:extLst>
            </p:cNvPr>
            <p:cNvSpPr/>
            <p:nvPr/>
          </p:nvSpPr>
          <p:spPr>
            <a:xfrm>
              <a:off x="3246120" y="28346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22C55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ow3Sol">
              <a:extLst>
                <a:ext uri="{FF2B5EF4-FFF2-40B4-BE49-F238E27FC236}">
                  <a16:creationId xmlns:a16="http://schemas.microsoft.com/office/drawing/2014/main" id="{9F544D12-9179-ED62-6114-0BE734284BF4}"/>
                </a:ext>
              </a:extLst>
            </p:cNvPr>
            <p:cNvSpPr/>
            <p:nvPr/>
          </p:nvSpPr>
          <p:spPr>
            <a:xfrm>
              <a:off x="3611880" y="28346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Log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頁面完整追蹤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每筆任務的開始與結束都有紀錄，時間去哪一目了然</a:t>
              </a:r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EE66E486-B91C-80D5-69CF-EC2F0601DD97}"/>
              </a:ext>
            </a:extLst>
          </p:cNvPr>
          <p:cNvGrpSpPr/>
          <p:nvPr/>
        </p:nvGrpSpPr>
        <p:grpSpPr>
          <a:xfrm>
            <a:off x="457200" y="3703320"/>
            <a:ext cx="8229600" cy="822960"/>
            <a:chOff x="457200" y="3703320"/>
            <a:chExt cx="8229600" cy="822960"/>
          </a:xfrm>
        </p:grpSpPr>
        <p:sp>
          <p:nvSpPr>
            <p:cNvPr id="40" name="Row4BG">
              <a:extLst>
                <a:ext uri="{FF2B5EF4-FFF2-40B4-BE49-F238E27FC236}">
                  <a16:creationId xmlns:a16="http://schemas.microsoft.com/office/drawing/2014/main" id="{0E512E9D-A781-2E02-2F69-8B8F729A1815}"/>
                </a:ext>
              </a:extLst>
            </p:cNvPr>
            <p:cNvSpPr/>
            <p:nvPr/>
          </p:nvSpPr>
          <p:spPr>
            <a:xfrm>
              <a:off x="457200" y="37033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1F0F2A">
                <a:alpha val="80000"/>
              </a:srgbClr>
            </a:solidFill>
            <a:ln w="12700">
              <a:solidFill>
                <a:srgbClr val="A855F7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" name="Row4Num">
              <a:extLst>
                <a:ext uri="{FF2B5EF4-FFF2-40B4-BE49-F238E27FC236}">
                  <a16:creationId xmlns:a16="http://schemas.microsoft.com/office/drawing/2014/main" id="{99288BA4-0EA4-F1DF-2947-4D69C04924E4}"/>
                </a:ext>
              </a:extLst>
            </p:cNvPr>
            <p:cNvSpPr/>
            <p:nvPr/>
          </p:nvSpPr>
          <p:spPr>
            <a:xfrm>
              <a:off x="548640" y="38404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A855F7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Row4Pain">
              <a:extLst>
                <a:ext uri="{FF2B5EF4-FFF2-40B4-BE49-F238E27FC236}">
                  <a16:creationId xmlns:a16="http://schemas.microsoft.com/office/drawing/2014/main" id="{A6B2C291-485A-FF5D-D739-6D5807E9F64A}"/>
                </a:ext>
              </a:extLst>
            </p:cNvPr>
            <p:cNvSpPr/>
            <p:nvPr/>
          </p:nvSpPr>
          <p:spPr>
            <a:xfrm>
              <a:off x="1051560" y="37490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A855F7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備份同步與分析</a:t>
              </a:r>
            </a:p>
          </p:txBody>
        </p:sp>
        <p:sp>
          <p:nvSpPr>
            <p:cNvPr id="43" name="Row4Arrow">
              <a:extLst>
                <a:ext uri="{FF2B5EF4-FFF2-40B4-BE49-F238E27FC236}">
                  <a16:creationId xmlns:a16="http://schemas.microsoft.com/office/drawing/2014/main" id="{8DDE564E-53BD-0846-0684-9486FFEF3BA9}"/>
                </a:ext>
              </a:extLst>
            </p:cNvPr>
            <p:cNvSpPr/>
            <p:nvPr/>
          </p:nvSpPr>
          <p:spPr>
            <a:xfrm>
              <a:off x="3246120" y="37490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A855F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4" name="Row4Sol">
              <a:extLst>
                <a:ext uri="{FF2B5EF4-FFF2-40B4-BE49-F238E27FC236}">
                  <a16:creationId xmlns:a16="http://schemas.microsoft.com/office/drawing/2014/main" id="{BA7E6EB2-F9A2-A4E8-0D1E-F99637478093}"/>
                </a:ext>
              </a:extLst>
            </p:cNvPr>
            <p:cNvSpPr/>
            <p:nvPr/>
          </p:nvSpPr>
          <p:spPr>
            <a:xfrm>
              <a:off x="3611880" y="37490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Google Drive </a:t>
              </a:r>
              <a:r>
                <a:rPr kumimoji="0" lang="zh-TW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同步 以利進階分析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本機操作快速，離線可用，資料在自己的雲端硬碟</a:t>
              </a:r>
            </a:p>
          </p:txBody>
        </p:sp>
      </p:grpSp>
      <p:pic>
        <p:nvPicPr>
          <p:cNvPr id="50" name="Logo" descr="nbl_logo.png">
            <a:extLst>
              <a:ext uri="{FF2B5EF4-FFF2-40B4-BE49-F238E27FC236}">
                <a16:creationId xmlns:a16="http://schemas.microsoft.com/office/drawing/2014/main" id="{D61D64DD-5E78-0D3D-B9AD-321D120C8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4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番茄時鐘法：大腦當單執行緒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進入工作狀態後，利用番茄時鐘法，把大腦當單執行緒，一次只專注做一件事。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560320"/>
            <a:ext cx="2743200" cy="2286000"/>
          </a:xfrm>
          <a:prstGeom prst="ellipse">
            <a:avLst/>
          </a:prstGeom>
          <a:solidFill>
            <a:srgbClr val="1E3A5F"/>
          </a:solidFill>
          <a:ln w="508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200400" y="25603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30:00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0040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kern="0" spc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2103120" cy="59436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94360" y="2926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一次一件事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2103120" cy="59436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專注模式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2926080"/>
            <a:ext cx="2103120" cy="59436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583680" y="292608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720840" y="2926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計時紀錄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3749040"/>
            <a:ext cx="2103120" cy="594360"/>
          </a:xfrm>
          <a:prstGeom prst="rect">
            <a:avLst/>
          </a:prstGeom>
          <a:solidFill>
            <a:srgbClr val="2D4A7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83680" y="3749040"/>
            <a:ext cx="54864" cy="5943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720840" y="3749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自動追蹤</a:t>
            </a:r>
            <a:endParaRPr lang="en-US" sz="1400" dirty="0"/>
          </a:p>
        </p:txBody>
      </p:sp>
      <p:pic>
        <p:nvPicPr>
          <p:cNvPr id="21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" name="Title"/>
          <p:cNvSpPr/>
          <p:nvPr/>
        </p:nvSpPr>
        <p:spPr>
          <a:xfrm>
            <a:off x="640080" y="252018"/>
            <a:ext cx="786384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r>
              <a:rPr lang="zh-TW" alt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打岔來源</a:t>
            </a:r>
            <a:r>
              <a:rPr lang="en-US" altLang="zh-TW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r>
              <a:rPr lang="zh-TW" alt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：靈光一閃</a:t>
            </a:r>
            <a:br>
              <a:rPr lang="en-US" altLang="zh-TW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zh-TW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Inbox：隨時速記，定時歸類</a:t>
            </a:r>
          </a:p>
        </p:txBody>
      </p:sp>
      <p:sp>
        <p:nvSpPr>
          <p:cNvPr id="4" name="Sep"/>
          <p:cNvSpPr/>
          <p:nvPr/>
        </p:nvSpPr>
        <p:spPr>
          <a:xfrm>
            <a:off x="640080" y="868680"/>
            <a:ext cx="1371600" cy="36576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5" name="Subtitle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zh-TW" sz="14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一有想法直接丟進來，每天挑個時間分流到對的地方</a:t>
            </a:r>
          </a:p>
        </p:txBody>
      </p:sp>
      <p:pic>
        <p:nvPicPr>
          <p:cNvPr id="6" name="IdeaIcon" descr="想法 外框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320" y="2103120"/>
            <a:ext cx="731520" cy="731520"/>
          </a:xfrm>
          <a:prstGeom prst="rect">
            <a:avLst/>
          </a:prstGeom>
        </p:spPr>
      </p:pic>
      <p:sp>
        <p:nvSpPr>
          <p:cNvPr id="7" name="IdeaLabel"/>
          <p:cNvSpPr/>
          <p:nvPr/>
        </p:nvSpPr>
        <p:spPr>
          <a:xfrm>
            <a:off x="137160" y="2834640"/>
            <a:ext cx="1005840" cy="36576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t"/>
          <a:lstStyle/>
          <a:p>
            <a:pPr algn="ctr">
              <a:buNone/>
            </a:pPr>
            <a:r>
              <a:rPr lang="zh-TW" sz="100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靈光一閃</a:t>
            </a:r>
          </a:p>
        </p:txBody>
      </p:sp>
      <p:sp>
        <p:nvSpPr>
          <p:cNvPr id="8" name="Arrow1"/>
          <p:cNvSpPr/>
          <p:nvPr/>
        </p:nvSpPr>
        <p:spPr>
          <a:xfrm>
            <a:off x="1143000" y="2194560"/>
            <a:ext cx="548640" cy="54864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2400" b="1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0" name="InboxBox"/>
          <p:cNvSpPr/>
          <p:nvPr/>
        </p:nvSpPr>
        <p:spPr>
          <a:xfrm>
            <a:off x="1737360" y="1645920"/>
            <a:ext cx="2560320" cy="3108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/>
          </a:p>
        </p:txBody>
      </p:sp>
      <p:sp>
        <p:nvSpPr>
          <p:cNvPr id="11" name="InboxHeader"/>
          <p:cNvSpPr/>
          <p:nvPr/>
        </p:nvSpPr>
        <p:spPr>
          <a:xfrm>
            <a:off x="1737360" y="1645920"/>
            <a:ext cx="2560320" cy="45720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600" b="1" spc="400">
                <a:solidFill>
                  <a:srgbClr val="0F172A"/>
                </a:solidFill>
                <a:latin typeface="Arial Black"/>
              </a:rPr>
              <a:t>INBOX</a:t>
            </a:r>
          </a:p>
        </p:txBody>
      </p:sp>
      <p:sp>
        <p:nvSpPr>
          <p:cNvPr id="12" name="InboxItems"/>
          <p:cNvSpPr/>
          <p:nvPr/>
        </p:nvSpPr>
        <p:spPr>
          <a:xfrm>
            <a:off x="1874520" y="2194560"/>
            <a:ext cx="2286000" cy="23774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80000"/>
              </a:lnSpc>
              <a:buNone/>
            </a:pPr>
            <a:r>
              <a:rPr lang="zh-TW" sz="11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● 想法 A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zh-TW" sz="11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● 想法 B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zh-TW" sz="11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● 想法 C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zh-TW" sz="110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● 想法 D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zh-TW" sz="900" i="1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</a:rPr>
              <a:t>URL 則連到對應的 APP 或網頁</a:t>
            </a:r>
          </a:p>
        </p:txBody>
      </p:sp>
      <p:sp>
        <p:nvSpPr>
          <p:cNvPr id="13" name="DailyLabel"/>
          <p:cNvSpPr/>
          <p:nvPr/>
        </p:nvSpPr>
        <p:spPr>
          <a:xfrm>
            <a:off x="3474720" y="4114800"/>
            <a:ext cx="822960" cy="64008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zh-TW" sz="110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每日</a:t>
            </a:r>
          </a:p>
          <a:p>
            <a:pPr algn="ctr">
              <a:buNone/>
            </a:pPr>
            <a:r>
              <a:rPr lang="zh-TW" sz="110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整理</a:t>
            </a:r>
          </a:p>
        </p:txBody>
      </p:sp>
      <p:sp>
        <p:nvSpPr>
          <p:cNvPr id="14" name="Arrow2"/>
          <p:cNvSpPr/>
          <p:nvPr/>
        </p:nvSpPr>
        <p:spPr>
          <a:xfrm>
            <a:off x="4297680" y="2651760"/>
            <a:ext cx="731520" cy="155448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algn="ctr">
              <a:buNone/>
            </a:pPr>
            <a:r>
              <a:rPr lang="en-US" sz="1100" b="1">
                <a:solidFill>
                  <a:srgbClr val="F59E0B"/>
                </a:solidFill>
                <a:latin typeface="Arial Black"/>
              </a:rPr>
              <a:t>MOVE →</a:t>
            </a:r>
          </a:p>
        </p:txBody>
      </p:sp>
      <p:sp>
        <p:nvSpPr>
          <p:cNvPr id="20" name="Card1BG"/>
          <p:cNvSpPr/>
          <p:nvPr/>
        </p:nvSpPr>
        <p:spPr>
          <a:xfrm>
            <a:off x="5029200" y="1645920"/>
            <a:ext cx="388620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1" name="Card1Accent"/>
          <p:cNvSpPr/>
          <p:nvPr/>
        </p:nvSpPr>
        <p:spPr>
          <a:xfrm>
            <a:off x="5029200" y="1645920"/>
            <a:ext cx="54864" cy="4572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2" name="Card1Text"/>
          <p:cNvSpPr/>
          <p:nvPr/>
        </p:nvSpPr>
        <p:spPr>
          <a:xfrm>
            <a:off x="5212080" y="1645920"/>
            <a:ext cx="37033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Task Pool</a:t>
            </a:r>
            <a:r>
              <a:rPr lang="zh-TW" sz="11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　長期專案</a:t>
            </a:r>
          </a:p>
        </p:txBody>
      </p:sp>
      <p:sp>
        <p:nvSpPr>
          <p:cNvPr id="23" name="Card2BG"/>
          <p:cNvSpPr/>
          <p:nvPr/>
        </p:nvSpPr>
        <p:spPr>
          <a:xfrm>
            <a:off x="5029200" y="2194560"/>
            <a:ext cx="388620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4" name="Card2Accent"/>
          <p:cNvSpPr/>
          <p:nvPr/>
        </p:nvSpPr>
        <p:spPr>
          <a:xfrm>
            <a:off x="5029200" y="2194560"/>
            <a:ext cx="54864" cy="45720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5" name="Card2Text"/>
          <p:cNvSpPr/>
          <p:nvPr/>
        </p:nvSpPr>
        <p:spPr>
          <a:xfrm>
            <a:off x="5212080" y="2194560"/>
            <a:ext cx="37033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Micro Tasks</a:t>
            </a:r>
            <a:r>
              <a:rPr lang="zh-TW" sz="110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　短期任務</a:t>
            </a:r>
          </a:p>
        </p:txBody>
      </p:sp>
      <p:sp>
        <p:nvSpPr>
          <p:cNvPr id="26" name="Card3BG"/>
          <p:cNvSpPr/>
          <p:nvPr/>
        </p:nvSpPr>
        <p:spPr>
          <a:xfrm>
            <a:off x="5029200" y="2743200"/>
            <a:ext cx="388620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7" name="Card3Accent"/>
          <p:cNvSpPr/>
          <p:nvPr/>
        </p:nvSpPr>
        <p:spPr>
          <a:xfrm>
            <a:off x="5029200" y="2743200"/>
            <a:ext cx="54864" cy="4572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28" name="Card3Text"/>
          <p:cNvSpPr/>
          <p:nvPr/>
        </p:nvSpPr>
        <p:spPr>
          <a:xfrm>
            <a:off x="5212080" y="2743200"/>
            <a:ext cx="37033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Scheduled</a:t>
            </a:r>
            <a:r>
              <a:rPr lang="zh-TW" sz="110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　定時或回調任務</a:t>
            </a:r>
          </a:p>
        </p:txBody>
      </p:sp>
      <p:sp>
        <p:nvSpPr>
          <p:cNvPr id="29" name="Card4BG"/>
          <p:cNvSpPr/>
          <p:nvPr/>
        </p:nvSpPr>
        <p:spPr>
          <a:xfrm>
            <a:off x="5029200" y="3291840"/>
            <a:ext cx="388620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0" name="Card4Accent"/>
          <p:cNvSpPr/>
          <p:nvPr/>
        </p:nvSpPr>
        <p:spPr>
          <a:xfrm>
            <a:off x="5029200" y="3291840"/>
            <a:ext cx="54864" cy="457200"/>
          </a:xfrm>
          <a:prstGeom prst="rect">
            <a:avLst/>
          </a:prstGeom>
          <a:solidFill>
            <a:srgbClr val="06B6D4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1" name="Card4Text"/>
          <p:cNvSpPr/>
          <p:nvPr/>
        </p:nvSpPr>
        <p:spPr>
          <a:xfrm>
            <a:off x="5212080" y="3291840"/>
            <a:ext cx="37033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Resources</a:t>
            </a:r>
            <a:r>
              <a:rPr lang="zh-TW" sz="110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　未來參考</a:t>
            </a:r>
          </a:p>
        </p:txBody>
      </p:sp>
      <p:sp>
        <p:nvSpPr>
          <p:cNvPr id="32" name="Card5BG"/>
          <p:cNvSpPr/>
          <p:nvPr/>
        </p:nvSpPr>
        <p:spPr>
          <a:xfrm>
            <a:off x="5029200" y="3840480"/>
            <a:ext cx="388620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dash"/>
          </a:ln>
        </p:spPr>
        <p:txBody>
          <a:bodyPr/>
          <a:lstStyle/>
          <a:p>
            <a:endParaRPr lang="zh-TW"/>
          </a:p>
        </p:txBody>
      </p:sp>
      <p:sp>
        <p:nvSpPr>
          <p:cNvPr id="33" name="Card5Accent"/>
          <p:cNvSpPr/>
          <p:nvPr/>
        </p:nvSpPr>
        <p:spPr>
          <a:xfrm>
            <a:off x="5029200" y="3840480"/>
            <a:ext cx="54864" cy="45720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txBody>
          <a:bodyPr/>
          <a:lstStyle/>
          <a:p>
            <a:endParaRPr lang="zh-TW"/>
          </a:p>
        </p:txBody>
      </p:sp>
      <p:sp>
        <p:nvSpPr>
          <p:cNvPr id="34" name="Card5Text"/>
          <p:cNvSpPr/>
          <p:nvPr/>
        </p:nvSpPr>
        <p:spPr>
          <a:xfrm>
            <a:off x="5212080" y="3840480"/>
            <a:ext cx="370332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zh-TW" sz="1300" b="1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</a:rPr>
              <a:t>繼續留在 Inbox</a:t>
            </a:r>
            <a:r>
              <a:rPr lang="zh-TW" sz="1100" i="1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</a:rPr>
              <a:t>　懶也行！</a:t>
            </a:r>
          </a:p>
        </p:txBody>
      </p:sp>
      <p:pic>
        <p:nvPicPr>
          <p:cNvPr id="50" name="Logo" descr="nb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sp>
        <p:nvSpPr>
          <p:cNvPr id="9" name="左大括弧 8">
            <a:extLst>
              <a:ext uri="{FF2B5EF4-FFF2-40B4-BE49-F238E27FC236}">
                <a16:creationId xmlns:a16="http://schemas.microsoft.com/office/drawing/2014/main" id="{4C98E1E6-1408-802E-4901-4E66A7F0AE4B}"/>
              </a:ext>
            </a:extLst>
          </p:cNvPr>
          <p:cNvSpPr/>
          <p:nvPr/>
        </p:nvSpPr>
        <p:spPr>
          <a:xfrm>
            <a:off x="4846322" y="1884218"/>
            <a:ext cx="182878" cy="1133302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Card1Text">
            <a:extLst>
              <a:ext uri="{FF2B5EF4-FFF2-40B4-BE49-F238E27FC236}">
                <a16:creationId xmlns:a16="http://schemas.microsoft.com/office/drawing/2014/main" id="{D16CF9E5-A35E-8DD9-4407-4FD8A0AAFC78}"/>
              </a:ext>
            </a:extLst>
          </p:cNvPr>
          <p:cNvSpPr/>
          <p:nvPr/>
        </p:nvSpPr>
        <p:spPr>
          <a:xfrm>
            <a:off x="4508824" y="2171008"/>
            <a:ext cx="29261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rtlCol="0" anchor="ctr"/>
          <a:lstStyle/>
          <a:p>
            <a:pPr marL="0" indent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任</a:t>
            </a:r>
            <a:endParaRPr lang="en-US" altLang="zh-TW" sz="1300" b="1" dirty="0">
              <a:solidFill>
                <a:srgbClr val="FFFFFF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indent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務</a:t>
            </a:r>
            <a:endParaRPr lang="en-US" altLang="zh-TW" sz="1300" b="1" dirty="0">
              <a:solidFill>
                <a:srgbClr val="FFFFFF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indent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類</a:t>
            </a:r>
            <a:endParaRPr lang="en-US" altLang="zh-TW" sz="1300" b="1" dirty="0">
              <a:solidFill>
                <a:srgbClr val="FFFFFF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0" indent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型</a:t>
            </a:r>
            <a:endParaRPr lang="zh-TW" sz="1100" dirty="0">
              <a:solidFill>
                <a:srgbClr val="94A3B8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打岔來源</a:t>
            </a:r>
            <a:r>
              <a:rPr lang="en-US" altLang="zh-TW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r>
              <a:rPr lang="zh-TW" alt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：必須立即處理的中斷</a:t>
            </a:r>
            <a:br>
              <a:rPr lang="en-US" altLang="zh-TW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en-US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隨時可進入中斷狀態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28800" cy="118872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8288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工作中</a:t>
            </a:r>
            <a:endParaRPr lang="en-US" sz="1600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CAECD768-20EC-5850-7DC1-0BCA52B0054B}"/>
              </a:ext>
            </a:extLst>
          </p:cNvPr>
          <p:cNvGrpSpPr/>
          <p:nvPr/>
        </p:nvGrpSpPr>
        <p:grpSpPr>
          <a:xfrm>
            <a:off x="2542312" y="1556974"/>
            <a:ext cx="2687084" cy="1188720"/>
            <a:chOff x="2542312" y="1556974"/>
            <a:chExt cx="2687084" cy="1188720"/>
          </a:xfrm>
        </p:grpSpPr>
        <p:sp>
          <p:nvSpPr>
            <p:cNvPr id="9" name="Text 7"/>
            <p:cNvSpPr/>
            <p:nvPr/>
          </p:nvSpPr>
          <p:spPr>
            <a:xfrm>
              <a:off x="2542312" y="1737360"/>
              <a:ext cx="6400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&gt;&gt;</a:t>
              </a:r>
              <a:endParaRPr lang="en-US" sz="2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400596" y="1556974"/>
              <a:ext cx="1828800" cy="1188720"/>
            </a:xfrm>
            <a:prstGeom prst="rect">
              <a:avLst/>
            </a:prstGeom>
            <a:solidFill>
              <a:srgbClr val="1E3A5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3400596" y="1556974"/>
              <a:ext cx="1828800" cy="54864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3400596" y="1694134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kern="0" spc="200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INTERRUPT</a:t>
              </a:r>
              <a:endParaRPr lang="en-US" sz="1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400596" y="2105614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中斷</a:t>
              </a:r>
              <a:endParaRPr lang="en-US" sz="1600" dirty="0"/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67F80EBA-CF71-7C83-9272-B43325DC4E90}"/>
              </a:ext>
            </a:extLst>
          </p:cNvPr>
          <p:cNvGrpSpPr/>
          <p:nvPr/>
        </p:nvGrpSpPr>
        <p:grpSpPr>
          <a:xfrm>
            <a:off x="5489171" y="1554480"/>
            <a:ext cx="2855421" cy="1188720"/>
            <a:chOff x="5489171" y="1554480"/>
            <a:chExt cx="2855421" cy="1188720"/>
          </a:xfrm>
        </p:grpSpPr>
        <p:sp>
          <p:nvSpPr>
            <p:cNvPr id="14" name="Text 12"/>
            <p:cNvSpPr/>
            <p:nvPr/>
          </p:nvSpPr>
          <p:spPr>
            <a:xfrm>
              <a:off x="5489171" y="1737360"/>
              <a:ext cx="6400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&gt;&gt;</a:t>
              </a:r>
              <a:endParaRPr lang="en-US" sz="20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515792" y="1554480"/>
              <a:ext cx="1828800" cy="1188720"/>
            </a:xfrm>
            <a:prstGeom prst="rect">
              <a:avLst/>
            </a:prstGeom>
            <a:solidFill>
              <a:srgbClr val="1E3A5F"/>
            </a:solidFill>
            <a:ln/>
            <a:effectLst>
              <a:outerShdw blurRad="762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6515792" y="1554480"/>
              <a:ext cx="1828800" cy="54864"/>
            </a:xfrm>
            <a:prstGeom prst="rect">
              <a:avLst/>
            </a:prstGeom>
            <a:solidFill>
              <a:srgbClr val="22C55E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6515792" y="16916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kern="0" spc="200" dirty="0">
                  <a:solidFill>
                    <a:srgbClr val="22C55E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LOG BOTH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515792" y="210312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紀錄</a:t>
              </a:r>
              <a:endParaRPr lang="en-US" sz="160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640080" y="3200400"/>
            <a:ext cx="73152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中斷也是一種任務，有明確的開始與結束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3657600"/>
            <a:ext cx="73152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中斷結束後，跟其他任務一樣紀錄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114800"/>
            <a:ext cx="73152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不再因為中斷而打亂整個工作流程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572000"/>
            <a:ext cx="73152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所有的時間都被追蹤，不會消失</a:t>
            </a:r>
            <a:endParaRPr lang="en-US" sz="1400" dirty="0"/>
          </a:p>
        </p:txBody>
      </p:sp>
      <p:pic>
        <p:nvPicPr>
          <p:cNvPr id="32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0D656-EDF4-89D1-3676-9E5A51F0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02001E89-EF0D-72EE-55FC-49BDC45FB44F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26A011B-8EE3-ED45-FABE-3CAEE28FC732}"/>
              </a:ext>
            </a:extLst>
          </p:cNvPr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痛點 → 解法總覽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19C932C3-E45E-40F1-57D4-E43D311D4F96}"/>
              </a:ext>
            </a:extLst>
          </p:cNvPr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NonBlockingLife </a:t>
            </a: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的四大核心解法</a:t>
            </a:r>
          </a:p>
        </p:txBody>
      </p:sp>
      <p:sp>
        <p:nvSpPr>
          <p:cNvPr id="10" name="Row1BG">
            <a:extLst>
              <a:ext uri="{FF2B5EF4-FFF2-40B4-BE49-F238E27FC236}">
                <a16:creationId xmlns:a16="http://schemas.microsoft.com/office/drawing/2014/main" id="{B08F1733-0E05-33BB-51B3-85529D58F595}"/>
              </a:ext>
            </a:extLst>
          </p:cNvPr>
          <p:cNvSpPr/>
          <p:nvPr/>
        </p:nvSpPr>
        <p:spPr>
          <a:xfrm>
            <a:off x="457200" y="96012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1E1A0F">
              <a:alpha val="80000"/>
            </a:srgbClr>
          </a:solidFill>
          <a:ln w="12700">
            <a:solidFill>
              <a:srgbClr val="F59E0B">
                <a:alpha val="40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Row1Num">
            <a:extLst>
              <a:ext uri="{FF2B5EF4-FFF2-40B4-BE49-F238E27FC236}">
                <a16:creationId xmlns:a16="http://schemas.microsoft.com/office/drawing/2014/main" id="{6D1017AA-03B2-5C2B-5FDD-3CB5869D863D}"/>
              </a:ext>
            </a:extLst>
          </p:cNvPr>
          <p:cNvSpPr/>
          <p:nvPr/>
        </p:nvSpPr>
        <p:spPr>
          <a:xfrm>
            <a:off x="548640" y="1097280"/>
            <a:ext cx="41148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1</a:t>
            </a:r>
          </a:p>
        </p:txBody>
      </p:sp>
      <p:sp>
        <p:nvSpPr>
          <p:cNvPr id="12" name="Row1Pain">
            <a:extLst>
              <a:ext uri="{FF2B5EF4-FFF2-40B4-BE49-F238E27FC236}">
                <a16:creationId xmlns:a16="http://schemas.microsoft.com/office/drawing/2014/main" id="{86D8943F-C915-BE41-D4CC-AA5DC15E397B}"/>
              </a:ext>
            </a:extLst>
          </p:cNvPr>
          <p:cNvSpPr/>
          <p:nvPr/>
        </p:nvSpPr>
        <p:spPr>
          <a:xfrm>
            <a:off x="1051560" y="1005840"/>
            <a:ext cx="21945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清單散落各處</a:t>
            </a:r>
          </a:p>
        </p:txBody>
      </p:sp>
      <p:sp>
        <p:nvSpPr>
          <p:cNvPr id="13" name="Row1Arrow">
            <a:extLst>
              <a:ext uri="{FF2B5EF4-FFF2-40B4-BE49-F238E27FC236}">
                <a16:creationId xmlns:a16="http://schemas.microsoft.com/office/drawing/2014/main" id="{497B0A1A-0285-5F23-4A32-24267D35AE38}"/>
              </a:ext>
            </a:extLst>
          </p:cNvPr>
          <p:cNvSpPr/>
          <p:nvPr/>
        </p:nvSpPr>
        <p:spPr>
          <a:xfrm>
            <a:off x="3246120" y="1005840"/>
            <a:ext cx="365760" cy="73152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→</a:t>
            </a:r>
          </a:p>
        </p:txBody>
      </p:sp>
      <p:sp>
        <p:nvSpPr>
          <p:cNvPr id="14" name="Row1Sol">
            <a:extLst>
              <a:ext uri="{FF2B5EF4-FFF2-40B4-BE49-F238E27FC236}">
                <a16:creationId xmlns:a16="http://schemas.microsoft.com/office/drawing/2014/main" id="{1008F677-2B00-5F62-297F-61BDE6BDBACF}"/>
              </a:ext>
            </a:extLst>
          </p:cNvPr>
          <p:cNvSpPr/>
          <p:nvPr/>
        </p:nvSpPr>
        <p:spPr>
          <a:xfrm>
            <a:off x="3611880" y="1005840"/>
            <a:ext cx="4937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中控中心 </a:t>
            </a:r>
            <a:r>
              <a:rPr kumimoji="0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+ Candidates </a:t>
            </a:r>
            <a:r>
              <a:rPr kumimoji="0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頁面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單一窗口，自動列出任務，迅速決策開始工作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1C0E8B60-8449-04D0-2B94-12B0F258193B}"/>
              </a:ext>
            </a:extLst>
          </p:cNvPr>
          <p:cNvGrpSpPr/>
          <p:nvPr/>
        </p:nvGrpSpPr>
        <p:grpSpPr>
          <a:xfrm>
            <a:off x="457200" y="1874520"/>
            <a:ext cx="8229600" cy="822960"/>
            <a:chOff x="457200" y="1874520"/>
            <a:chExt cx="8229600" cy="822960"/>
          </a:xfrm>
        </p:grpSpPr>
        <p:sp>
          <p:nvSpPr>
            <p:cNvPr id="20" name="Row2BG">
              <a:extLst>
                <a:ext uri="{FF2B5EF4-FFF2-40B4-BE49-F238E27FC236}">
                  <a16:creationId xmlns:a16="http://schemas.microsoft.com/office/drawing/2014/main" id="{AB5BCC04-39D8-7A0E-8180-DAB3F7092FA1}"/>
                </a:ext>
              </a:extLst>
            </p:cNvPr>
            <p:cNvSpPr/>
            <p:nvPr/>
          </p:nvSpPr>
          <p:spPr>
            <a:xfrm>
              <a:off x="457200" y="18745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0F1E2A">
                <a:alpha val="80000"/>
              </a:srgbClr>
            </a:solidFill>
            <a:ln w="12700">
              <a:solidFill>
                <a:srgbClr val="06B6D4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1" name="Row2Num">
              <a:extLst>
                <a:ext uri="{FF2B5EF4-FFF2-40B4-BE49-F238E27FC236}">
                  <a16:creationId xmlns:a16="http://schemas.microsoft.com/office/drawing/2014/main" id="{24B02BD8-DEB7-CAD0-55BE-D6F5BD0061CE}"/>
                </a:ext>
              </a:extLst>
            </p:cNvPr>
            <p:cNvSpPr/>
            <p:nvPr/>
          </p:nvSpPr>
          <p:spPr>
            <a:xfrm>
              <a:off x="548640" y="20116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06B6D4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ow2Pain">
              <a:extLst>
                <a:ext uri="{FF2B5EF4-FFF2-40B4-BE49-F238E27FC236}">
                  <a16:creationId xmlns:a16="http://schemas.microsoft.com/office/drawing/2014/main" id="{9751B8F4-0DDE-2E21-279D-0448999EFFAB}"/>
                </a:ext>
              </a:extLst>
            </p:cNvPr>
            <p:cNvSpPr/>
            <p:nvPr/>
          </p:nvSpPr>
          <p:spPr>
            <a:xfrm>
              <a:off x="1051560" y="19202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6B6D4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打岔後回不來</a:t>
              </a:r>
            </a:p>
          </p:txBody>
        </p:sp>
        <p:sp>
          <p:nvSpPr>
            <p:cNvPr id="23" name="Row2Arrow">
              <a:extLst>
                <a:ext uri="{FF2B5EF4-FFF2-40B4-BE49-F238E27FC236}">
                  <a16:creationId xmlns:a16="http://schemas.microsoft.com/office/drawing/2014/main" id="{F032FB4A-AA4E-6021-CCD8-523EF75C5FD4}"/>
                </a:ext>
              </a:extLst>
            </p:cNvPr>
            <p:cNvSpPr/>
            <p:nvPr/>
          </p:nvSpPr>
          <p:spPr>
            <a:xfrm>
              <a:off x="3246120" y="19202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6B6D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ow2Sol">
              <a:extLst>
                <a:ext uri="{FF2B5EF4-FFF2-40B4-BE49-F238E27FC236}">
                  <a16:creationId xmlns:a16="http://schemas.microsoft.com/office/drawing/2014/main" id="{628D13AC-74CA-7554-82DF-334ADAD30908}"/>
                </a:ext>
              </a:extLst>
            </p:cNvPr>
            <p:cNvSpPr/>
            <p:nvPr/>
          </p:nvSpPr>
          <p:spPr>
            <a:xfrm>
              <a:off x="3611880" y="19202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番茄鐘專注 </a:t>
              </a: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· Inbox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速記歸類 </a:t>
              </a: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·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中斷模式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Idea </a:t>
              </a: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丟 </a:t>
              </a: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Inbox </a:t>
              </a: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事後歸類 │ 吃時間的打岔進入中斷任務</a:t>
              </a: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8F8D0432-585D-A97F-AD5E-F8DA0D5C81A0}"/>
              </a:ext>
            </a:extLst>
          </p:cNvPr>
          <p:cNvGrpSpPr/>
          <p:nvPr/>
        </p:nvGrpSpPr>
        <p:grpSpPr>
          <a:xfrm>
            <a:off x="457200" y="2788920"/>
            <a:ext cx="8229600" cy="822960"/>
            <a:chOff x="457200" y="2788920"/>
            <a:chExt cx="8229600" cy="822960"/>
          </a:xfrm>
        </p:grpSpPr>
        <p:sp>
          <p:nvSpPr>
            <p:cNvPr id="30" name="Row3BG">
              <a:extLst>
                <a:ext uri="{FF2B5EF4-FFF2-40B4-BE49-F238E27FC236}">
                  <a16:creationId xmlns:a16="http://schemas.microsoft.com/office/drawing/2014/main" id="{82204378-794F-2AF5-38DD-B6574AA4BEBB}"/>
                </a:ext>
              </a:extLst>
            </p:cNvPr>
            <p:cNvSpPr/>
            <p:nvPr/>
          </p:nvSpPr>
          <p:spPr>
            <a:xfrm>
              <a:off x="457200" y="27889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0F2A16">
                <a:alpha val="80000"/>
              </a:srgbClr>
            </a:solidFill>
            <a:ln w="12700">
              <a:solidFill>
                <a:srgbClr val="22C55E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" name="Row3Num">
              <a:extLst>
                <a:ext uri="{FF2B5EF4-FFF2-40B4-BE49-F238E27FC236}">
                  <a16:creationId xmlns:a16="http://schemas.microsoft.com/office/drawing/2014/main" id="{9BF4A7BA-9C16-2C51-CB96-302B966B518F}"/>
                </a:ext>
              </a:extLst>
            </p:cNvPr>
            <p:cNvSpPr/>
            <p:nvPr/>
          </p:nvSpPr>
          <p:spPr>
            <a:xfrm>
              <a:off x="548640" y="29260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22C55E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ow3Pain">
              <a:extLst>
                <a:ext uri="{FF2B5EF4-FFF2-40B4-BE49-F238E27FC236}">
                  <a16:creationId xmlns:a16="http://schemas.microsoft.com/office/drawing/2014/main" id="{23412563-B67D-845B-A2F7-64E0F8420281}"/>
                </a:ext>
              </a:extLst>
            </p:cNvPr>
            <p:cNvSpPr/>
            <p:nvPr/>
          </p:nvSpPr>
          <p:spPr>
            <a:xfrm>
              <a:off x="1051560" y="28346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2C55E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說不清時間花哪</a:t>
              </a:r>
            </a:p>
          </p:txBody>
        </p:sp>
        <p:sp>
          <p:nvSpPr>
            <p:cNvPr id="33" name="Row3Arrow">
              <a:extLst>
                <a:ext uri="{FF2B5EF4-FFF2-40B4-BE49-F238E27FC236}">
                  <a16:creationId xmlns:a16="http://schemas.microsoft.com/office/drawing/2014/main" id="{3F7B8A17-3877-CB4C-1AA2-35C000399B48}"/>
                </a:ext>
              </a:extLst>
            </p:cNvPr>
            <p:cNvSpPr/>
            <p:nvPr/>
          </p:nvSpPr>
          <p:spPr>
            <a:xfrm>
              <a:off x="3246120" y="28346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22C55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ow3Sol">
              <a:extLst>
                <a:ext uri="{FF2B5EF4-FFF2-40B4-BE49-F238E27FC236}">
                  <a16:creationId xmlns:a16="http://schemas.microsoft.com/office/drawing/2014/main" id="{3470BEAF-957D-9FC9-60B9-E2A2989E19D8}"/>
                </a:ext>
              </a:extLst>
            </p:cNvPr>
            <p:cNvSpPr/>
            <p:nvPr/>
          </p:nvSpPr>
          <p:spPr>
            <a:xfrm>
              <a:off x="3611880" y="28346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Log </a:t>
              </a:r>
              <a:r>
                <a:rPr kumimoji="0" lang="zh-TW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頁面完整追蹤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每筆任務的開始與結束都有紀錄，時間去哪一目了然</a:t>
              </a:r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AA0DFBD4-FB49-12CB-370D-F1D44B8A86AC}"/>
              </a:ext>
            </a:extLst>
          </p:cNvPr>
          <p:cNvGrpSpPr/>
          <p:nvPr/>
        </p:nvGrpSpPr>
        <p:grpSpPr>
          <a:xfrm>
            <a:off x="457200" y="3703320"/>
            <a:ext cx="8229600" cy="822960"/>
            <a:chOff x="457200" y="3703320"/>
            <a:chExt cx="8229600" cy="822960"/>
          </a:xfrm>
        </p:grpSpPr>
        <p:sp>
          <p:nvSpPr>
            <p:cNvPr id="40" name="Row4BG">
              <a:extLst>
                <a:ext uri="{FF2B5EF4-FFF2-40B4-BE49-F238E27FC236}">
                  <a16:creationId xmlns:a16="http://schemas.microsoft.com/office/drawing/2014/main" id="{AC4656AB-A27A-E063-F540-2BD464956C87}"/>
                </a:ext>
              </a:extLst>
            </p:cNvPr>
            <p:cNvSpPr/>
            <p:nvPr/>
          </p:nvSpPr>
          <p:spPr>
            <a:xfrm>
              <a:off x="457200" y="37033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1F0F2A">
                <a:alpha val="80000"/>
              </a:srgbClr>
            </a:solidFill>
            <a:ln w="12700">
              <a:solidFill>
                <a:srgbClr val="A855F7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" name="Row4Num">
              <a:extLst>
                <a:ext uri="{FF2B5EF4-FFF2-40B4-BE49-F238E27FC236}">
                  <a16:creationId xmlns:a16="http://schemas.microsoft.com/office/drawing/2014/main" id="{906B1F95-B500-2FD6-BECC-8373182C0391}"/>
                </a:ext>
              </a:extLst>
            </p:cNvPr>
            <p:cNvSpPr/>
            <p:nvPr/>
          </p:nvSpPr>
          <p:spPr>
            <a:xfrm>
              <a:off x="548640" y="38404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A855F7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Row4Pain">
              <a:extLst>
                <a:ext uri="{FF2B5EF4-FFF2-40B4-BE49-F238E27FC236}">
                  <a16:creationId xmlns:a16="http://schemas.microsoft.com/office/drawing/2014/main" id="{22764995-D75F-7EBF-A925-A6F3AC68BE81}"/>
                </a:ext>
              </a:extLst>
            </p:cNvPr>
            <p:cNvSpPr/>
            <p:nvPr/>
          </p:nvSpPr>
          <p:spPr>
            <a:xfrm>
              <a:off x="1051560" y="37490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A855F7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備份同步與分析</a:t>
              </a:r>
            </a:p>
          </p:txBody>
        </p:sp>
        <p:sp>
          <p:nvSpPr>
            <p:cNvPr id="43" name="Row4Arrow">
              <a:extLst>
                <a:ext uri="{FF2B5EF4-FFF2-40B4-BE49-F238E27FC236}">
                  <a16:creationId xmlns:a16="http://schemas.microsoft.com/office/drawing/2014/main" id="{6B896DC6-AF42-50D6-1256-3617133219B2}"/>
                </a:ext>
              </a:extLst>
            </p:cNvPr>
            <p:cNvSpPr/>
            <p:nvPr/>
          </p:nvSpPr>
          <p:spPr>
            <a:xfrm>
              <a:off x="3246120" y="37490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A855F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4" name="Row4Sol">
              <a:extLst>
                <a:ext uri="{FF2B5EF4-FFF2-40B4-BE49-F238E27FC236}">
                  <a16:creationId xmlns:a16="http://schemas.microsoft.com/office/drawing/2014/main" id="{6A1E3C65-80EF-A4E6-42E1-E55ED79E1652}"/>
                </a:ext>
              </a:extLst>
            </p:cNvPr>
            <p:cNvSpPr/>
            <p:nvPr/>
          </p:nvSpPr>
          <p:spPr>
            <a:xfrm>
              <a:off x="3611880" y="37490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Google Drive </a:t>
              </a:r>
              <a:r>
                <a:rPr kumimoji="0" lang="zh-TW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同步 以利進階分析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本機操作快速，離線可用，資料在自己的雲端硬碟</a:t>
              </a:r>
            </a:p>
          </p:txBody>
        </p:sp>
      </p:grpSp>
      <p:pic>
        <p:nvPicPr>
          <p:cNvPr id="50" name="Logo" descr="nbl_logo.png">
            <a:extLst>
              <a:ext uri="{FF2B5EF4-FFF2-40B4-BE49-F238E27FC236}">
                <a16:creationId xmlns:a16="http://schemas.microsoft.com/office/drawing/2014/main" id="{DAB022CC-8C44-8AA1-6EAF-7EA2C9A55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93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24247B-95B2-74ED-9F73-249F2ED40386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F3D3C6-D33D-C507-0CDC-9059F9EDA294}"/>
              </a:ext>
            </a:extLst>
          </p:cNvPr>
          <p:cNvSpPr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 </a:t>
            </a:r>
            <a:r>
              <a:rPr lang="zh-TW" alt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頁面完整記錄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3852033-191C-756C-F066-357AFF8E887A}"/>
              </a:ext>
            </a:extLst>
          </p:cNvPr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95E2BB-B5ED-A5BC-FDB1-59704F086AFD}"/>
              </a:ext>
            </a:extLst>
          </p:cNvPr>
          <p:cNvSpPr/>
          <p:nvPr/>
        </p:nvSpPr>
        <p:spPr>
          <a:xfrm>
            <a:off x="640080" y="1371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endParaRPr lang="en-US" sz="1600" dirty="0"/>
          </a:p>
        </p:txBody>
      </p:sp>
      <p:pic>
        <p:nvPicPr>
          <p:cNvPr id="17" name="Image 0" descr="nbl_logo.png">
            <a:extLst>
              <a:ext uri="{FF2B5EF4-FFF2-40B4-BE49-F238E27FC236}">
                <a16:creationId xmlns:a16="http://schemas.microsoft.com/office/drawing/2014/main" id="{FB778C0E-790B-2B84-621A-E1FD62579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07EA9B36-30D4-7AD2-9FC8-0E02BE371EB6}"/>
              </a:ext>
            </a:extLst>
          </p:cNvPr>
          <p:cNvSpPr txBox="1"/>
          <p:nvPr/>
        </p:nvSpPr>
        <p:spPr>
          <a:xfrm>
            <a:off x="640080" y="1505634"/>
            <a:ext cx="36390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每筆任務的開始與結束都有紀錄，時間去哪一目了然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若有同步，可以在</a:t>
            </a:r>
            <a:r>
              <a:rPr lang="en-US" altLang="zh-TW" dirty="0"/>
              <a:t>Google Sheets </a:t>
            </a:r>
            <a:r>
              <a:rPr lang="zh-TW" altLang="en-US" dirty="0"/>
              <a:t>上看到，以利進一步分析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49BDBE43-4030-0C4F-FD6E-0345A943E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269" y="685799"/>
            <a:ext cx="4186237" cy="356114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518834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140C2-94E3-C9C0-4596-FD80DE4A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>
            <a:extLst>
              <a:ext uri="{FF2B5EF4-FFF2-40B4-BE49-F238E27FC236}">
                <a16:creationId xmlns:a16="http://schemas.microsoft.com/office/drawing/2014/main" id="{ECD25CC9-6BAC-15FC-C08C-14509E0B04A1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E8F79B1-E8CF-5352-AD9E-5400FB9318A8}"/>
              </a:ext>
            </a:extLst>
          </p:cNvPr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痛點 → 解法總覽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8E81142C-1891-96D6-34EF-30A6EE1DDFF5}"/>
              </a:ext>
            </a:extLst>
          </p:cNvPr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NonBlockingLife </a:t>
            </a:r>
            <a:r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的四大核心解法</a:t>
            </a:r>
          </a:p>
        </p:txBody>
      </p:sp>
      <p:sp>
        <p:nvSpPr>
          <p:cNvPr id="10" name="Row1BG">
            <a:extLst>
              <a:ext uri="{FF2B5EF4-FFF2-40B4-BE49-F238E27FC236}">
                <a16:creationId xmlns:a16="http://schemas.microsoft.com/office/drawing/2014/main" id="{6B4916A2-32F0-314A-D004-9D04C6CBF5B9}"/>
              </a:ext>
            </a:extLst>
          </p:cNvPr>
          <p:cNvSpPr/>
          <p:nvPr/>
        </p:nvSpPr>
        <p:spPr>
          <a:xfrm>
            <a:off x="457200" y="96012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1E1A0F">
              <a:alpha val="80000"/>
            </a:srgbClr>
          </a:solidFill>
          <a:ln w="12700">
            <a:solidFill>
              <a:srgbClr val="F59E0B">
                <a:alpha val="40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Row1Num">
            <a:extLst>
              <a:ext uri="{FF2B5EF4-FFF2-40B4-BE49-F238E27FC236}">
                <a16:creationId xmlns:a16="http://schemas.microsoft.com/office/drawing/2014/main" id="{FB493664-C42B-A0AB-B3F2-7F757920CE8B}"/>
              </a:ext>
            </a:extLst>
          </p:cNvPr>
          <p:cNvSpPr/>
          <p:nvPr/>
        </p:nvSpPr>
        <p:spPr>
          <a:xfrm>
            <a:off x="548640" y="1097280"/>
            <a:ext cx="41148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Arial Black"/>
                <a:ea typeface="+mn-ea"/>
                <a:cs typeface="+mn-cs"/>
              </a:rPr>
              <a:t>1</a:t>
            </a:r>
          </a:p>
        </p:txBody>
      </p:sp>
      <p:sp>
        <p:nvSpPr>
          <p:cNvPr id="12" name="Row1Pain">
            <a:extLst>
              <a:ext uri="{FF2B5EF4-FFF2-40B4-BE49-F238E27FC236}">
                <a16:creationId xmlns:a16="http://schemas.microsoft.com/office/drawing/2014/main" id="{9E38FC3F-7DA2-ED5E-B032-F1F7E5D4926F}"/>
              </a:ext>
            </a:extLst>
          </p:cNvPr>
          <p:cNvSpPr/>
          <p:nvPr/>
        </p:nvSpPr>
        <p:spPr>
          <a:xfrm>
            <a:off x="1051560" y="1005840"/>
            <a:ext cx="21945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清單散落各處</a:t>
            </a:r>
          </a:p>
        </p:txBody>
      </p:sp>
      <p:sp>
        <p:nvSpPr>
          <p:cNvPr id="13" name="Row1Arrow">
            <a:extLst>
              <a:ext uri="{FF2B5EF4-FFF2-40B4-BE49-F238E27FC236}">
                <a16:creationId xmlns:a16="http://schemas.microsoft.com/office/drawing/2014/main" id="{F28DDB6B-CCF6-AE1B-34D8-4506BB0FC4FF}"/>
              </a:ext>
            </a:extLst>
          </p:cNvPr>
          <p:cNvSpPr/>
          <p:nvPr/>
        </p:nvSpPr>
        <p:spPr>
          <a:xfrm>
            <a:off x="3246120" y="1005840"/>
            <a:ext cx="365760" cy="731520"/>
          </a:xfrm>
          <a:prstGeom prst="rect">
            <a:avLst/>
          </a:prstGeom>
          <a:noFill/>
          <a:ln w="0"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→</a:t>
            </a:r>
          </a:p>
        </p:txBody>
      </p:sp>
      <p:sp>
        <p:nvSpPr>
          <p:cNvPr id="14" name="Row1Sol">
            <a:extLst>
              <a:ext uri="{FF2B5EF4-FFF2-40B4-BE49-F238E27FC236}">
                <a16:creationId xmlns:a16="http://schemas.microsoft.com/office/drawing/2014/main" id="{3C24383F-AA07-6660-FD73-70B4325586BF}"/>
              </a:ext>
            </a:extLst>
          </p:cNvPr>
          <p:cNvSpPr/>
          <p:nvPr/>
        </p:nvSpPr>
        <p:spPr>
          <a:xfrm>
            <a:off x="3611880" y="1005840"/>
            <a:ext cx="493776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中控中心 </a:t>
            </a:r>
            <a:r>
              <a:rPr kumimoji="0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+ Candidates </a:t>
            </a:r>
            <a:r>
              <a:rPr kumimoji="0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頁面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Microsoft JhengHei" pitchFamily="34" charset="0"/>
                <a:ea typeface="Microsoft JhengHei" pitchFamily="34" charset="-122"/>
                <a:cs typeface="+mn-cs"/>
              </a:rPr>
              <a:t>單一窗口，自動列出任務，迅速決策開始工作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B1BC9C99-CDE2-F4B9-6F64-2AF2F2EAF064}"/>
              </a:ext>
            </a:extLst>
          </p:cNvPr>
          <p:cNvGrpSpPr/>
          <p:nvPr/>
        </p:nvGrpSpPr>
        <p:grpSpPr>
          <a:xfrm>
            <a:off x="457200" y="1874520"/>
            <a:ext cx="8229600" cy="822960"/>
            <a:chOff x="457200" y="1874520"/>
            <a:chExt cx="8229600" cy="822960"/>
          </a:xfrm>
        </p:grpSpPr>
        <p:sp>
          <p:nvSpPr>
            <p:cNvPr id="20" name="Row2BG">
              <a:extLst>
                <a:ext uri="{FF2B5EF4-FFF2-40B4-BE49-F238E27FC236}">
                  <a16:creationId xmlns:a16="http://schemas.microsoft.com/office/drawing/2014/main" id="{ABB704C9-7208-E814-88A5-0FD95BB6B00B}"/>
                </a:ext>
              </a:extLst>
            </p:cNvPr>
            <p:cNvSpPr/>
            <p:nvPr/>
          </p:nvSpPr>
          <p:spPr>
            <a:xfrm>
              <a:off x="457200" y="18745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0F1E2A">
                <a:alpha val="80000"/>
              </a:srgbClr>
            </a:solidFill>
            <a:ln w="12700">
              <a:solidFill>
                <a:srgbClr val="06B6D4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1" name="Row2Num">
              <a:extLst>
                <a:ext uri="{FF2B5EF4-FFF2-40B4-BE49-F238E27FC236}">
                  <a16:creationId xmlns:a16="http://schemas.microsoft.com/office/drawing/2014/main" id="{798869EB-37DB-9566-4F57-62B9F83333C3}"/>
                </a:ext>
              </a:extLst>
            </p:cNvPr>
            <p:cNvSpPr/>
            <p:nvPr/>
          </p:nvSpPr>
          <p:spPr>
            <a:xfrm>
              <a:off x="548640" y="20116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06B6D4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ow2Pain">
              <a:extLst>
                <a:ext uri="{FF2B5EF4-FFF2-40B4-BE49-F238E27FC236}">
                  <a16:creationId xmlns:a16="http://schemas.microsoft.com/office/drawing/2014/main" id="{964DABEC-71A1-E9B8-AA37-4BCFFA9E3D28}"/>
                </a:ext>
              </a:extLst>
            </p:cNvPr>
            <p:cNvSpPr/>
            <p:nvPr/>
          </p:nvSpPr>
          <p:spPr>
            <a:xfrm>
              <a:off x="1051560" y="19202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6B6D4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打岔後回不來</a:t>
              </a:r>
            </a:p>
          </p:txBody>
        </p:sp>
        <p:sp>
          <p:nvSpPr>
            <p:cNvPr id="23" name="Row2Arrow">
              <a:extLst>
                <a:ext uri="{FF2B5EF4-FFF2-40B4-BE49-F238E27FC236}">
                  <a16:creationId xmlns:a16="http://schemas.microsoft.com/office/drawing/2014/main" id="{F8F18B37-A04F-697A-C312-5E3B829509E9}"/>
                </a:ext>
              </a:extLst>
            </p:cNvPr>
            <p:cNvSpPr/>
            <p:nvPr/>
          </p:nvSpPr>
          <p:spPr>
            <a:xfrm>
              <a:off x="3246120" y="19202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6B6D4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ow2Sol">
              <a:extLst>
                <a:ext uri="{FF2B5EF4-FFF2-40B4-BE49-F238E27FC236}">
                  <a16:creationId xmlns:a16="http://schemas.microsoft.com/office/drawing/2014/main" id="{DC32AA71-CED4-EE49-C5B6-075F1A565D6B}"/>
                </a:ext>
              </a:extLst>
            </p:cNvPr>
            <p:cNvSpPr/>
            <p:nvPr/>
          </p:nvSpPr>
          <p:spPr>
            <a:xfrm>
              <a:off x="3611880" y="19202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番茄鐘專注 </a:t>
              </a: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· Inbox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速記歸類 </a:t>
              </a: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·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中斷模式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Idea </a:t>
              </a: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丟 </a:t>
              </a: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Inbox </a:t>
              </a: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事後歸類 │ 吃時間的打岔進入中斷任務</a:t>
              </a: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BA7E0750-8478-15B0-B038-07BE25AB564E}"/>
              </a:ext>
            </a:extLst>
          </p:cNvPr>
          <p:cNvGrpSpPr/>
          <p:nvPr/>
        </p:nvGrpSpPr>
        <p:grpSpPr>
          <a:xfrm>
            <a:off x="457200" y="2788920"/>
            <a:ext cx="8229600" cy="822960"/>
            <a:chOff x="457200" y="2788920"/>
            <a:chExt cx="8229600" cy="822960"/>
          </a:xfrm>
        </p:grpSpPr>
        <p:sp>
          <p:nvSpPr>
            <p:cNvPr id="30" name="Row3BG">
              <a:extLst>
                <a:ext uri="{FF2B5EF4-FFF2-40B4-BE49-F238E27FC236}">
                  <a16:creationId xmlns:a16="http://schemas.microsoft.com/office/drawing/2014/main" id="{E1E42D66-7DA8-51FB-3BE7-CCB1F668A49A}"/>
                </a:ext>
              </a:extLst>
            </p:cNvPr>
            <p:cNvSpPr/>
            <p:nvPr/>
          </p:nvSpPr>
          <p:spPr>
            <a:xfrm>
              <a:off x="457200" y="27889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0F2A16">
                <a:alpha val="80000"/>
              </a:srgbClr>
            </a:solidFill>
            <a:ln w="12700">
              <a:solidFill>
                <a:srgbClr val="22C55E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1" name="Row3Num">
              <a:extLst>
                <a:ext uri="{FF2B5EF4-FFF2-40B4-BE49-F238E27FC236}">
                  <a16:creationId xmlns:a16="http://schemas.microsoft.com/office/drawing/2014/main" id="{E120E628-884E-797B-9FD8-1AABAB5BA887}"/>
                </a:ext>
              </a:extLst>
            </p:cNvPr>
            <p:cNvSpPr/>
            <p:nvPr/>
          </p:nvSpPr>
          <p:spPr>
            <a:xfrm>
              <a:off x="548640" y="29260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22C55E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ow3Pain">
              <a:extLst>
                <a:ext uri="{FF2B5EF4-FFF2-40B4-BE49-F238E27FC236}">
                  <a16:creationId xmlns:a16="http://schemas.microsoft.com/office/drawing/2014/main" id="{7C403972-D9EB-3D88-13C9-CDC7FB988FA9}"/>
                </a:ext>
              </a:extLst>
            </p:cNvPr>
            <p:cNvSpPr/>
            <p:nvPr/>
          </p:nvSpPr>
          <p:spPr>
            <a:xfrm>
              <a:off x="1051560" y="28346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22C55E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說不清時間花哪</a:t>
              </a:r>
            </a:p>
          </p:txBody>
        </p:sp>
        <p:sp>
          <p:nvSpPr>
            <p:cNvPr id="33" name="Row3Arrow">
              <a:extLst>
                <a:ext uri="{FF2B5EF4-FFF2-40B4-BE49-F238E27FC236}">
                  <a16:creationId xmlns:a16="http://schemas.microsoft.com/office/drawing/2014/main" id="{DCE93EBC-FD89-33D9-483D-30B179BF3470}"/>
                </a:ext>
              </a:extLst>
            </p:cNvPr>
            <p:cNvSpPr/>
            <p:nvPr/>
          </p:nvSpPr>
          <p:spPr>
            <a:xfrm>
              <a:off x="3246120" y="28346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22C55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ow3Sol">
              <a:extLst>
                <a:ext uri="{FF2B5EF4-FFF2-40B4-BE49-F238E27FC236}">
                  <a16:creationId xmlns:a16="http://schemas.microsoft.com/office/drawing/2014/main" id="{187F2A1E-38F5-B871-51D5-CD05687A89F9}"/>
                </a:ext>
              </a:extLst>
            </p:cNvPr>
            <p:cNvSpPr/>
            <p:nvPr/>
          </p:nvSpPr>
          <p:spPr>
            <a:xfrm>
              <a:off x="3611880" y="28346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Log </a:t>
              </a:r>
              <a:r>
                <a:rPr kumimoji="0" lang="zh-TW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頁面完整追蹤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每筆任務的開始與結束都有紀錄，時間去哪一目了然</a:t>
              </a:r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B5C45D71-790A-202D-F37B-D8E3C1978351}"/>
              </a:ext>
            </a:extLst>
          </p:cNvPr>
          <p:cNvGrpSpPr/>
          <p:nvPr/>
        </p:nvGrpSpPr>
        <p:grpSpPr>
          <a:xfrm>
            <a:off x="457200" y="3703320"/>
            <a:ext cx="8229600" cy="822960"/>
            <a:chOff x="457200" y="3703320"/>
            <a:chExt cx="8229600" cy="822960"/>
          </a:xfrm>
        </p:grpSpPr>
        <p:sp>
          <p:nvSpPr>
            <p:cNvPr id="40" name="Row4BG">
              <a:extLst>
                <a:ext uri="{FF2B5EF4-FFF2-40B4-BE49-F238E27FC236}">
                  <a16:creationId xmlns:a16="http://schemas.microsoft.com/office/drawing/2014/main" id="{EB29E689-4B0F-87FD-9ED3-1DB0D64D7C68}"/>
                </a:ext>
              </a:extLst>
            </p:cNvPr>
            <p:cNvSpPr/>
            <p:nvPr/>
          </p:nvSpPr>
          <p:spPr>
            <a:xfrm>
              <a:off x="457200" y="3703320"/>
              <a:ext cx="8229600" cy="822960"/>
            </a:xfrm>
            <a:prstGeom prst="roundRect">
              <a:avLst>
                <a:gd name="adj" fmla="val 8000"/>
              </a:avLst>
            </a:prstGeom>
            <a:solidFill>
              <a:srgbClr val="1F0F2A">
                <a:alpha val="80000"/>
              </a:srgbClr>
            </a:solidFill>
            <a:ln w="12700">
              <a:solidFill>
                <a:srgbClr val="A855F7">
                  <a:alpha val="40000"/>
                </a:srgb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1" name="Row4Num">
              <a:extLst>
                <a:ext uri="{FF2B5EF4-FFF2-40B4-BE49-F238E27FC236}">
                  <a16:creationId xmlns:a16="http://schemas.microsoft.com/office/drawing/2014/main" id="{C49104F6-7753-EB38-2C97-F75C8E09911C}"/>
                </a:ext>
              </a:extLst>
            </p:cNvPr>
            <p:cNvSpPr/>
            <p:nvPr/>
          </p:nvSpPr>
          <p:spPr>
            <a:xfrm>
              <a:off x="548640" y="3840480"/>
              <a:ext cx="411480" cy="548640"/>
            </a:xfrm>
            <a:prstGeom prst="roundRect">
              <a:avLst>
                <a:gd name="adj" fmla="val 16667"/>
              </a:avLst>
            </a:prstGeom>
            <a:solidFill>
              <a:srgbClr val="A855F7"/>
            </a:solidFill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Arial Black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Row4Pain">
              <a:extLst>
                <a:ext uri="{FF2B5EF4-FFF2-40B4-BE49-F238E27FC236}">
                  <a16:creationId xmlns:a16="http://schemas.microsoft.com/office/drawing/2014/main" id="{761128FE-59C7-F465-038D-D2B7D4471CEE}"/>
                </a:ext>
              </a:extLst>
            </p:cNvPr>
            <p:cNvSpPr/>
            <p:nvPr/>
          </p:nvSpPr>
          <p:spPr>
            <a:xfrm>
              <a:off x="1051560" y="3749040"/>
              <a:ext cx="21945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A855F7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備份同步與分析</a:t>
              </a:r>
            </a:p>
          </p:txBody>
        </p:sp>
        <p:sp>
          <p:nvSpPr>
            <p:cNvPr id="43" name="Row4Arrow">
              <a:extLst>
                <a:ext uri="{FF2B5EF4-FFF2-40B4-BE49-F238E27FC236}">
                  <a16:creationId xmlns:a16="http://schemas.microsoft.com/office/drawing/2014/main" id="{10C4F6AE-FD72-D03C-9E90-7874C2A910F3}"/>
                </a:ext>
              </a:extLst>
            </p:cNvPr>
            <p:cNvSpPr/>
            <p:nvPr/>
          </p:nvSpPr>
          <p:spPr>
            <a:xfrm>
              <a:off x="3246120" y="3749040"/>
              <a:ext cx="365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A855F7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4" name="Row4Sol">
              <a:extLst>
                <a:ext uri="{FF2B5EF4-FFF2-40B4-BE49-F238E27FC236}">
                  <a16:creationId xmlns:a16="http://schemas.microsoft.com/office/drawing/2014/main" id="{55ED0D67-A22F-CD47-4664-4D0CAF928ED8}"/>
                </a:ext>
              </a:extLst>
            </p:cNvPr>
            <p:cNvSpPr/>
            <p:nvPr/>
          </p:nvSpPr>
          <p:spPr>
            <a:xfrm>
              <a:off x="3611880" y="3749040"/>
              <a:ext cx="4937760" cy="7315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1440" tIns="4572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Google Drive </a:t>
              </a:r>
              <a:r>
                <a:rPr kumimoji="0" lang="zh-TW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同步 以利進階分析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CBD5E1"/>
                  </a:solidFill>
                  <a:effectLst/>
                  <a:uLnTx/>
                  <a:uFillTx/>
                  <a:latin typeface="Microsoft JhengHei" pitchFamily="34" charset="0"/>
                  <a:ea typeface="Microsoft JhengHei" pitchFamily="34" charset="-122"/>
                  <a:cs typeface="+mn-cs"/>
                </a:rPr>
                <a:t>本機操作快速，離線可用，資料在自己的雲端硬碟</a:t>
              </a:r>
            </a:p>
          </p:txBody>
        </p:sp>
      </p:grpSp>
      <p:pic>
        <p:nvPicPr>
          <p:cNvPr id="50" name="Logo" descr="nbl_logo.png">
            <a:extLst>
              <a:ext uri="{FF2B5EF4-FFF2-40B4-BE49-F238E27FC236}">
                <a16:creationId xmlns:a16="http://schemas.microsoft.com/office/drawing/2014/main" id="{F7EB978F-B737-F7C7-1082-E6ED672FF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3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本機操作 + 雲端同步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49040" cy="29260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kern="0" spc="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本機操作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速度快，離線也能使用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749040" cy="29260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6459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kern="0" spc="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54880" y="2468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Drive 同步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3017519"/>
            <a:ext cx="3200400" cy="1090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資料在你自己的雲端硬碟</a:t>
            </a:r>
            <a:endParaRPr lang="en-US" sz="1400" dirty="0">
              <a:solidFill>
                <a:srgbClr val="CBD5E1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TW" altLang="en-US" sz="11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</a:rPr>
              <a:t>需要您跟著網頁上的教學來打通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24688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⟷</a:t>
            </a:r>
            <a:endParaRPr lang="en-US" sz="2800" dirty="0"/>
          </a:p>
        </p:txBody>
      </p:sp>
      <p:pic>
        <p:nvPicPr>
          <p:cNvPr id="14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4EE9144-5C20-B1F2-DFBE-000B2162F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059" y="1022463"/>
            <a:ext cx="2070899" cy="6734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可用平台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任何支援現代瀏覽器的設備</a:t>
            </a:r>
            <a:endParaRPr lang="en-US" sz="1800" dirty="0"/>
          </a:p>
        </p:txBody>
      </p:sp>
      <p:pic>
        <p:nvPicPr>
          <p:cNvPr id="6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4805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無須後端的網頁應用程式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80475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理論上可在任何支援現代瀏覽器的設備上運行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zh-TW" alt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因此</a:t>
            </a:r>
            <a:r>
              <a:rPr lang="en-US" sz="1600" dirty="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不像專門的</a:t>
            </a: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APP，無法操縱手機原生功能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</a:t>
            </a:r>
            <a:r>
              <a:rPr lang="zh-TW" alt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</a:t>
            </a:r>
            <a:r>
              <a:rPr lang="en-US" sz="1600" dirty="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透過各平台的整合方式，可以彌補這個限制</a:t>
            </a:r>
            <a:endParaRPr lang="en-US" sz="1600" dirty="0">
              <a:solidFill>
                <a:srgbClr val="1E293B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800100" lvl="1" indent="-342900">
              <a:spcAft>
                <a:spcPts val="1000"/>
              </a:spcAft>
              <a:buSzPct val="100000"/>
              <a:buChar char="●"/>
            </a:pPr>
            <a:r>
              <a:rPr lang="zh-TW" alt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</a:rPr>
              <a:t>利用 </a:t>
            </a:r>
            <a:r>
              <a:rPr lang="en-US" altLang="zh-TW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</a:rPr>
              <a:t>API</a:t>
            </a:r>
            <a:r>
              <a:rPr lang="zh-TW" alt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</a:rPr>
              <a:t>，目前有三種，請見程式碼 </a:t>
            </a:r>
            <a:r>
              <a:rPr lang="en-US" altLang="zh-TW" sz="1600" dirty="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</a:rPr>
              <a:t>useUrlAction.ts</a:t>
            </a:r>
            <a:endParaRPr lang="en-US" altLang="zh-TW" sz="1600" dirty="0">
              <a:solidFill>
                <a:srgbClr val="1E293B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1257300" lvl="2" indent="-342900">
              <a:spcAft>
                <a:spcPts val="1000"/>
              </a:spcAft>
              <a:buSzPct val="100000"/>
              <a:buChar char="●"/>
            </a:pPr>
            <a:r>
              <a:rPr lang="en-US" sz="1600" dirty="0"/>
              <a:t>interrupt</a:t>
            </a:r>
          </a:p>
          <a:p>
            <a:pPr marL="1257300" lvl="2" indent="-342900">
              <a:spcAft>
                <a:spcPts val="1000"/>
              </a:spcAft>
              <a:buSzPct val="100000"/>
              <a:buChar char="●"/>
            </a:pPr>
            <a:r>
              <a:rPr lang="en-US" sz="1600" dirty="0"/>
              <a:t>query</a:t>
            </a:r>
          </a:p>
          <a:p>
            <a:pPr marL="1257300" lvl="2" indent="-342900">
              <a:spcAft>
                <a:spcPts val="1000"/>
              </a:spcAft>
              <a:buSzPct val="100000"/>
              <a:buChar char="●"/>
            </a:pPr>
            <a:r>
              <a:rPr lang="en-US" sz="1600" dirty="0"/>
              <a:t>add</a:t>
            </a:r>
          </a:p>
        </p:txBody>
      </p:sp>
      <p:pic>
        <p:nvPicPr>
          <p:cNvPr id="6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2011680"/>
            <a:ext cx="10972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6263640" y="210312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6263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32320" y="2011680"/>
            <a:ext cx="10972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7452360" y="21031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74523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3232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3200400"/>
            <a:ext cx="10972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3"/>
          <p:cNvSpPr/>
          <p:nvPr/>
        </p:nvSpPr>
        <p:spPr>
          <a:xfrm>
            <a:off x="6263640" y="32918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6263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94360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132320" y="3200400"/>
            <a:ext cx="10972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7"/>
          <p:cNvSpPr/>
          <p:nvPr/>
        </p:nvSpPr>
        <p:spPr>
          <a:xfrm>
            <a:off x="7452360" y="32918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74523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13232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iPhone 捷徑 &amp; Android 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84048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透過「捷徑」功能整合手機原生功能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例如：快速新增任務到 Inbox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Shortcuts 可由導讀頁面下載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大部分就是呼叫 API，也可自己寫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1031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altLang="zh-TW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zh-TW" alt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應該不難，但還沒實作成像 </a:t>
            </a:r>
            <a:r>
              <a:rPr lang="en-US" altLang="zh-TW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iPhone </a:t>
            </a:r>
            <a:r>
              <a:rPr lang="zh-TW" alt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捷徑那樣供大家直接下載使用</a:t>
            </a:r>
            <a:r>
              <a:rPr lang="en-US" altLang="zh-TW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1400" dirty="0">
              <a:solidFill>
                <a:srgbClr val="334155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 err="1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同樣可透過</a:t>
            </a: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API 快速到達各功能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 Android 用戶提供建議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文件可參考導讀頁面</a:t>
            </a:r>
            <a:endParaRPr lang="en-US" sz="1400" dirty="0"/>
          </a:p>
        </p:txBody>
      </p:sp>
      <p:pic>
        <p:nvPicPr>
          <p:cNvPr id="13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E173F415-7A4F-48D0-B745-EAE6AEE21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3418519"/>
            <a:ext cx="2354580" cy="5706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桌面用戶：安裝成 PWA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安裝成 PWA，就像一般 APP 一樣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 web+nbl:// 的 URL Schema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可自己寫桌面捷徑來呼叫特定功能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跨平台一致的使用體驗</a:t>
            </a:r>
            <a:endParaRPr lang="en-US" sz="1600" dirty="0"/>
          </a:p>
        </p:txBody>
      </p:sp>
      <p:pic>
        <p:nvPicPr>
          <p:cNvPr id="6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開源軟體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歡迎社群參與和支持</a:t>
            </a:r>
            <a:endParaRPr lang="en-US" sz="1800" dirty="0"/>
          </a:p>
        </p:txBody>
      </p:sp>
      <p:pic>
        <p:nvPicPr>
          <p:cNvPr id="6" name="Image 0" descr="nb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4805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開源專案，歡迎貢獻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7315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286000" y="2377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源碼完全開放，歡迎提出問題或貢獻代碼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目前由個人開發維護，非常歡迎社群參與和支持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3840480"/>
            <a:ext cx="173736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the repo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34640" y="3840480"/>
            <a:ext cx="173736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2834640" y="3840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issues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3840480"/>
            <a:ext cx="173736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4754880" y="3840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PRs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75120" y="3840480"/>
            <a:ext cx="173736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6675120" y="3840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Discussions</a:t>
            </a:r>
            <a:endParaRPr lang="en-US" sz="1100" dirty="0"/>
          </a:p>
        </p:txBody>
      </p:sp>
      <p:pic>
        <p:nvPicPr>
          <p:cNvPr id="17" name="Image 1" descr="nb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457200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lustration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9144000" cy="6090047"/>
          </a:xfrm>
          <a:prstGeom prst="rect">
            <a:avLst/>
          </a:prstGeom>
        </p:spPr>
      </p:pic>
      <p:pic>
        <p:nvPicPr>
          <p:cNvPr id="3" name="Image 1" descr="nb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914400"/>
            <a:ext cx="1828800" cy="1828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NonBlockingLife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CD3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把大腦當單執行緒，一次只做一件事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感謝觀看  ❤️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1013</Words>
  <Application>Microsoft Office PowerPoint</Application>
  <PresentationFormat>如螢幕大小 (16:9)</PresentationFormat>
  <Paragraphs>283</Paragraphs>
  <Slides>25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2" baseType="lpstr">
      <vt:lpstr>Microsoft JhengHei</vt:lpstr>
      <vt:lpstr>Arial</vt:lpstr>
      <vt:lpstr>Arial Black</vt:lpstr>
      <vt:lpstr>Calibri</vt:lpstr>
      <vt:lpstr>Consolas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Young-Chung Hsue</dc:creator>
  <cp:lastModifiedBy>Young-Chung Hsue</cp:lastModifiedBy>
  <cp:revision>2</cp:revision>
  <dcterms:created xsi:type="dcterms:W3CDTF">2026-04-20T02:36:04Z</dcterms:created>
  <dcterms:modified xsi:type="dcterms:W3CDTF">2026-04-29T06:54:30Z</dcterms:modified>
</cp:coreProperties>
</file>