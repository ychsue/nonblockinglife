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148201-9AB9-4801-8ABF-AAFE29E26B65}" v="18" dt="2026-04-21T15:26:37.3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-Chung Hsue" userId="0d39fb11249e9e67" providerId="LiveId" clId="{A170C4A5-6498-4AC0-A24E-EBB8A3864606}"/>
    <pc:docChg chg="undo custSel mod addSld delSld modSld sldOrd addMainMaster delMainMaster modMainMaster modNotesMaster setSldSz">
      <pc:chgData name="Young-Chung Hsue" userId="0d39fb11249e9e67" providerId="LiveId" clId="{A170C4A5-6498-4AC0-A24E-EBB8A3864606}" dt="2026-04-21T15:29:35.097" v="548"/>
      <pc:docMkLst>
        <pc:docMk/>
      </pc:docMkLst>
      <pc:sldChg chg="addSp delSp modSp add mod">
        <pc:chgData name="Young-Chung Hsue" userId="0d39fb11249e9e67" providerId="LiveId" clId="{A170C4A5-6498-4AC0-A24E-EBB8A3864606}" dt="2026-04-20T05:54:07.357" v="208" actId="1076"/>
        <pc:sldMkLst>
          <pc:docMk/>
          <pc:sldMk cId="0" sldId="256"/>
        </pc:sldMkLst>
        <pc:picChg chg="del">
          <ac:chgData name="Young-Chung Hsue" userId="0d39fb11249e9e67" providerId="LiveId" clId="{A170C4A5-6498-4AC0-A24E-EBB8A3864606}" dt="2026-04-20T05:51:44.564" v="205" actId="478"/>
          <ac:picMkLst>
            <pc:docMk/>
            <pc:sldMk cId="0" sldId="256"/>
            <ac:picMk id="2" creationId="{00000000-0000-0000-0000-000000000000}"/>
          </ac:picMkLst>
        </pc:picChg>
        <pc:picChg chg="add mod">
          <ac:chgData name="Young-Chung Hsue" userId="0d39fb11249e9e67" providerId="LiveId" clId="{A170C4A5-6498-4AC0-A24E-EBB8A3864606}" dt="2026-04-20T05:54:07.357" v="208" actId="1076"/>
          <ac:picMkLst>
            <pc:docMk/>
            <pc:sldMk cId="0" sldId="256"/>
            <ac:picMk id="11" creationId="{70BFBB03-1979-5A55-AB21-A2F8DAF744EA}"/>
          </ac:picMkLst>
        </pc:picChg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57"/>
        </pc:sldMkLst>
      </pc:sldChg>
      <pc:sldChg chg="addSp delSp modSp add del mod">
        <pc:chgData name="Young-Chung Hsue" userId="0d39fb11249e9e67" providerId="LiveId" clId="{A170C4A5-6498-4AC0-A24E-EBB8A3864606}" dt="2026-04-20T05:09:19.213" v="194" actId="2696"/>
        <pc:sldMkLst>
          <pc:docMk/>
          <pc:sldMk cId="215314894" sldId="257"/>
        </pc:sldMkLst>
        <pc:spChg chg="add mod">
          <ac:chgData name="Young-Chung Hsue" userId="0d39fb11249e9e67" providerId="LiveId" clId="{A170C4A5-6498-4AC0-A24E-EBB8A3864606}" dt="2026-04-20T02:48:37.949" v="48" actId="1076"/>
          <ac:spMkLst>
            <pc:docMk/>
            <pc:sldMk cId="215314894" sldId="257"/>
            <ac:spMk id="2" creationId="{D7CFDF73-6F5B-E267-463B-7B684878F7AD}"/>
          </ac:spMkLst>
        </pc:spChg>
        <pc:spChg chg="add mod">
          <ac:chgData name="Young-Chung Hsue" userId="0d39fb11249e9e67" providerId="LiveId" clId="{A170C4A5-6498-4AC0-A24E-EBB8A3864606}" dt="2026-04-20T02:54:44.321" v="191" actId="1035"/>
          <ac:spMkLst>
            <pc:docMk/>
            <pc:sldMk cId="215314894" sldId="257"/>
            <ac:spMk id="8" creationId="{9FB1C571-EA72-D01A-6122-85E117C73D01}"/>
          </ac:spMkLst>
        </pc:spChg>
        <pc:spChg chg="add mod">
          <ac:chgData name="Young-Chung Hsue" userId="0d39fb11249e9e67" providerId="LiveId" clId="{A170C4A5-6498-4AC0-A24E-EBB8A3864606}" dt="2026-04-20T02:52:59.348" v="156" actId="1035"/>
          <ac:spMkLst>
            <pc:docMk/>
            <pc:sldMk cId="215314894" sldId="257"/>
            <ac:spMk id="10" creationId="{E8568771-2F45-D497-CD21-1ECFA2DC6AAA}"/>
          </ac:spMkLst>
        </pc:spChg>
        <pc:spChg chg="add mod">
          <ac:chgData name="Young-Chung Hsue" userId="0d39fb11249e9e67" providerId="LiveId" clId="{A170C4A5-6498-4AC0-A24E-EBB8A3864606}" dt="2026-04-20T02:53:59.921" v="167" actId="1036"/>
          <ac:spMkLst>
            <pc:docMk/>
            <pc:sldMk cId="215314894" sldId="257"/>
            <ac:spMk id="11" creationId="{7446437A-54B1-1877-08B1-E6A56644D7CF}"/>
          </ac:spMkLst>
        </pc:spChg>
        <pc:spChg chg="add mod">
          <ac:chgData name="Young-Chung Hsue" userId="0d39fb11249e9e67" providerId="LiveId" clId="{A170C4A5-6498-4AC0-A24E-EBB8A3864606}" dt="2026-04-20T02:56:01.771" v="193" actId="1076"/>
          <ac:spMkLst>
            <pc:docMk/>
            <pc:sldMk cId="215314894" sldId="257"/>
            <ac:spMk id="12" creationId="{3A409958-228D-DC8F-355B-0D2A5FE9A194}"/>
          </ac:spMkLst>
        </pc:spChg>
        <pc:picChg chg="add mod">
          <ac:chgData name="Young-Chung Hsue" userId="0d39fb11249e9e67" providerId="LiveId" clId="{A170C4A5-6498-4AC0-A24E-EBB8A3864606}" dt="2026-04-20T02:49:30.922" v="74" actId="1037"/>
          <ac:picMkLst>
            <pc:docMk/>
            <pc:sldMk cId="215314894" sldId="257"/>
            <ac:picMk id="4" creationId="{1EE88F8E-933F-F358-90F3-C7ECF83A5486}"/>
          </ac:picMkLst>
        </pc:picChg>
        <pc:picChg chg="mod">
          <ac:chgData name="Young-Chung Hsue" userId="0d39fb11249e9e67" providerId="LiveId" clId="{A170C4A5-6498-4AC0-A24E-EBB8A3864606}" dt="2026-04-20T02:48:26.511" v="46" actId="1076"/>
          <ac:picMkLst>
            <pc:docMk/>
            <pc:sldMk cId="215314894" sldId="257"/>
            <ac:picMk id="5" creationId="{F96CAF12-1C1F-BE49-EAC6-3B75B3F23C07}"/>
          </ac:picMkLst>
        </pc:picChg>
        <pc:picChg chg="del">
          <ac:chgData name="Young-Chung Hsue" userId="0d39fb11249e9e67" providerId="LiveId" clId="{A170C4A5-6498-4AC0-A24E-EBB8A3864606}" dt="2026-04-20T02:48:02.167" v="44" actId="478"/>
          <ac:picMkLst>
            <pc:docMk/>
            <pc:sldMk cId="215314894" sldId="257"/>
            <ac:picMk id="9" creationId="{DB97B6D7-30AA-4301-8370-C4C4FE8D899A}"/>
          </ac:picMkLst>
        </pc:picChg>
      </pc:sldChg>
      <pc:sldChg chg="addSp modSp add mod">
        <pc:chgData name="Young-Chung Hsue" userId="0d39fb11249e9e67" providerId="LiveId" clId="{A170C4A5-6498-4AC0-A24E-EBB8A3864606}" dt="2026-04-21T14:58:12.958" v="231" actId="1038"/>
        <pc:sldMkLst>
          <pc:docMk/>
          <pc:sldMk cId="0" sldId="258"/>
        </pc:sldMkLst>
        <pc:picChg chg="add mod">
          <ac:chgData name="Young-Chung Hsue" userId="0d39fb11249e9e67" providerId="LiveId" clId="{A170C4A5-6498-4AC0-A24E-EBB8A3864606}" dt="2026-04-21T14:58:12.958" v="231" actId="1038"/>
          <ac:picMkLst>
            <pc:docMk/>
            <pc:sldMk cId="0" sldId="258"/>
            <ac:picMk id="22" creationId="{84E88FF8-62F9-BB42-99C0-73F97F047286}"/>
          </ac:picMkLst>
        </pc:picChg>
        <pc:picChg chg="add mod">
          <ac:chgData name="Young-Chung Hsue" userId="0d39fb11249e9e67" providerId="LiveId" clId="{A170C4A5-6498-4AC0-A24E-EBB8A3864606}" dt="2026-04-21T14:57:57.064" v="220" actId="1076"/>
          <ac:picMkLst>
            <pc:docMk/>
            <pc:sldMk cId="0" sldId="258"/>
            <ac:picMk id="24" creationId="{3B56A79F-3C14-1EEC-7E8D-32083FC7DD90}"/>
          </ac:picMkLst>
        </pc:picChg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59"/>
        </pc:sldMkLst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60"/>
        </pc:sldMkLst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61"/>
        </pc:sldMkLst>
      </pc:sldChg>
      <pc:sldChg chg="modSp add mod">
        <pc:chgData name="Young-Chung Hsue" userId="0d39fb11249e9e67" providerId="LiveId" clId="{A170C4A5-6498-4AC0-A24E-EBB8A3864606}" dt="2026-04-21T15:02:37.984" v="237" actId="1076"/>
        <pc:sldMkLst>
          <pc:docMk/>
          <pc:sldMk cId="0" sldId="262"/>
        </pc:sldMkLst>
        <pc:spChg chg="mod">
          <ac:chgData name="Young-Chung Hsue" userId="0d39fb11249e9e67" providerId="LiveId" clId="{A170C4A5-6498-4AC0-A24E-EBB8A3864606}" dt="2026-04-20T05:55:14.017" v="210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2:23.892" v="236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2:23.892" v="236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2:37.984" v="237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2:37.984" v="237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2:16.182" v="235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2:16.182" v="235" actId="1076"/>
          <ac:spMkLst>
            <pc:docMk/>
            <pc:sldMk cId="0" sldId="262"/>
            <ac:spMk id="18" creationId="{00000000-0000-0000-0000-000000000000}"/>
          </ac:spMkLst>
        </pc:spChg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63"/>
        </pc:sldMkLst>
      </pc:sldChg>
      <pc:sldChg chg="modSp add mod">
        <pc:chgData name="Young-Chung Hsue" userId="0d39fb11249e9e67" providerId="LiveId" clId="{A170C4A5-6498-4AC0-A24E-EBB8A3864606}" dt="2026-04-20T07:49:18.868" v="216" actId="20577"/>
        <pc:sldMkLst>
          <pc:docMk/>
          <pc:sldMk cId="0" sldId="264"/>
        </pc:sldMkLst>
        <pc:spChg chg="mod">
          <ac:chgData name="Young-Chung Hsue" userId="0d39fb11249e9e67" providerId="LiveId" clId="{A170C4A5-6498-4AC0-A24E-EBB8A3864606}" dt="2026-04-20T07:49:18.868" v="216" actId="20577"/>
          <ac:spMkLst>
            <pc:docMk/>
            <pc:sldMk cId="0" sldId="264"/>
            <ac:spMk id="7" creationId="{00000000-0000-0000-0000-000000000000}"/>
          </ac:spMkLst>
        </pc:spChg>
      </pc:sldChg>
      <pc:sldChg chg="addSp delSp modSp add mod">
        <pc:chgData name="Young-Chung Hsue" userId="0d39fb11249e9e67" providerId="LiveId" clId="{A170C4A5-6498-4AC0-A24E-EBB8A3864606}" dt="2026-04-21T15:24:30.458" v="522" actId="21"/>
        <pc:sldMkLst>
          <pc:docMk/>
          <pc:sldMk cId="0" sldId="265"/>
        </pc:sldMkLst>
        <pc:spChg chg="mod">
          <ac:chgData name="Young-Chung Hsue" userId="0d39fb11249e9e67" providerId="LiveId" clId="{A170C4A5-6498-4AC0-A24E-EBB8A3864606}" dt="2026-04-21T15:15:58.132" v="392" actId="20577"/>
          <ac:spMkLst>
            <pc:docMk/>
            <pc:sldMk cId="0" sldId="265"/>
            <ac:spMk id="9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16:26.197" v="439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17:21.266" v="476" actId="20577"/>
          <ac:spMkLst>
            <pc:docMk/>
            <pc:sldMk cId="0" sldId="265"/>
            <ac:spMk id="13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20:12.133" v="508" actId="20577"/>
          <ac:spMkLst>
            <pc:docMk/>
            <pc:sldMk cId="0" sldId="265"/>
            <ac:spMk id="15" creationId="{00000000-0000-0000-0000-000000000000}"/>
          </ac:spMkLst>
        </pc:spChg>
        <pc:spChg chg="del">
          <ac:chgData name="Young-Chung Hsue" userId="0d39fb11249e9e67" providerId="LiveId" clId="{A170C4A5-6498-4AC0-A24E-EBB8A3864606}" dt="2026-04-21T15:12:24.569" v="350" actId="478"/>
          <ac:spMkLst>
            <pc:docMk/>
            <pc:sldMk cId="0" sldId="265"/>
            <ac:spMk id="17" creationId="{00000000-0000-0000-0000-000000000000}"/>
          </ac:spMkLst>
        </pc:spChg>
        <pc:spChg chg="add del mod">
          <ac:chgData name="Young-Chung Hsue" userId="0d39fb11249e9e67" providerId="LiveId" clId="{A170C4A5-6498-4AC0-A24E-EBB8A3864606}" dt="2026-04-21T15:24:30.458" v="522" actId="21"/>
          <ac:spMkLst>
            <pc:docMk/>
            <pc:sldMk cId="0" sldId="265"/>
            <ac:spMk id="23" creationId="{69638E55-3F0D-9C4D-3831-2F2A04041ABC}"/>
          </ac:spMkLst>
        </pc:spChg>
        <pc:spChg chg="add del mod">
          <ac:chgData name="Young-Chung Hsue" userId="0d39fb11249e9e67" providerId="LiveId" clId="{A170C4A5-6498-4AC0-A24E-EBB8A3864606}" dt="2026-04-21T15:24:30.458" v="522" actId="21"/>
          <ac:spMkLst>
            <pc:docMk/>
            <pc:sldMk cId="0" sldId="265"/>
            <ac:spMk id="24" creationId="{A9142FE1-9F25-C011-59CB-C5DA0CC5E25B}"/>
          </ac:spMkLst>
        </pc:spChg>
        <pc:picChg chg="add mod">
          <ac:chgData name="Young-Chung Hsue" userId="0d39fb11249e9e67" providerId="LiveId" clId="{A170C4A5-6498-4AC0-A24E-EBB8A3864606}" dt="2026-04-21T15:12:29.792" v="351" actId="1076"/>
          <ac:picMkLst>
            <pc:docMk/>
            <pc:sldMk cId="0" sldId="265"/>
            <ac:picMk id="20" creationId="{8B5CEE1C-4A80-65CC-2A00-C8BF08EA3E9A}"/>
          </ac:picMkLst>
        </pc:picChg>
        <pc:picChg chg="add del mod">
          <ac:chgData name="Young-Chung Hsue" userId="0d39fb11249e9e67" providerId="LiveId" clId="{A170C4A5-6498-4AC0-A24E-EBB8A3864606}" dt="2026-04-21T15:24:30.458" v="522" actId="21"/>
          <ac:picMkLst>
            <pc:docMk/>
            <pc:sldMk cId="0" sldId="265"/>
            <ac:picMk id="22" creationId="{17EA3E23-2127-92EC-F101-1103D2A2795E}"/>
          </ac:picMkLst>
        </pc:picChg>
      </pc:sldChg>
      <pc:sldChg chg="delSp modSp add mod">
        <pc:chgData name="Young-Chung Hsue" userId="0d39fb11249e9e67" providerId="LiveId" clId="{A170C4A5-6498-4AC0-A24E-EBB8A3864606}" dt="2026-04-21T15:08:31.769" v="347" actId="20577"/>
        <pc:sldMkLst>
          <pc:docMk/>
          <pc:sldMk cId="0" sldId="266"/>
        </pc:sldMkLst>
        <pc:spChg chg="mod">
          <ac:chgData name="Young-Chung Hsue" userId="0d39fb11249e9e67" providerId="LiveId" clId="{A170C4A5-6498-4AC0-A24E-EBB8A3864606}" dt="2026-04-21T15:05:58.345" v="267" actId="20577"/>
          <ac:spMkLst>
            <pc:docMk/>
            <pc:sldMk cId="0" sldId="266"/>
            <ac:spMk id="7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8:19.178" v="339" actId="1038"/>
          <ac:spMkLst>
            <pc:docMk/>
            <pc:sldMk cId="0" sldId="266"/>
            <ac:spMk id="9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8:13.085" v="320" actId="1038"/>
          <ac:spMkLst>
            <pc:docMk/>
            <pc:sldMk cId="0" sldId="266"/>
            <ac:spMk id="10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8:13.085" v="320" actId="103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8:13.085" v="320" actId="1038"/>
          <ac:spMkLst>
            <pc:docMk/>
            <pc:sldMk cId="0" sldId="266"/>
            <ac:spMk id="12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8:13.085" v="320" actId="1038"/>
          <ac:spMkLst>
            <pc:docMk/>
            <pc:sldMk cId="0" sldId="266"/>
            <ac:spMk id="13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8:22.374" v="342" actId="1038"/>
          <ac:spMkLst>
            <pc:docMk/>
            <pc:sldMk cId="0" sldId="266"/>
            <ac:spMk id="14" creationId="{00000000-0000-0000-0000-000000000000}"/>
          </ac:spMkLst>
        </pc:spChg>
        <pc:spChg chg="del">
          <ac:chgData name="Young-Chung Hsue" userId="0d39fb11249e9e67" providerId="LiveId" clId="{A170C4A5-6498-4AC0-A24E-EBB8A3864606}" dt="2026-04-21T15:06:24.156" v="268" actId="478"/>
          <ac:spMkLst>
            <pc:docMk/>
            <pc:sldMk cId="0" sldId="266"/>
            <ac:spMk id="15" creationId="{00000000-0000-0000-0000-000000000000}"/>
          </ac:spMkLst>
        </pc:spChg>
        <pc:spChg chg="del">
          <ac:chgData name="Young-Chung Hsue" userId="0d39fb11249e9e67" providerId="LiveId" clId="{A170C4A5-6498-4AC0-A24E-EBB8A3864606}" dt="2026-04-21T15:06:24.156" v="268" actId="478"/>
          <ac:spMkLst>
            <pc:docMk/>
            <pc:sldMk cId="0" sldId="266"/>
            <ac:spMk id="16" creationId="{00000000-0000-0000-0000-000000000000}"/>
          </ac:spMkLst>
        </pc:spChg>
        <pc:spChg chg="del">
          <ac:chgData name="Young-Chung Hsue" userId="0d39fb11249e9e67" providerId="LiveId" clId="{A170C4A5-6498-4AC0-A24E-EBB8A3864606}" dt="2026-04-21T15:06:24.156" v="268" actId="478"/>
          <ac:spMkLst>
            <pc:docMk/>
            <pc:sldMk cId="0" sldId="266"/>
            <ac:spMk id="17" creationId="{00000000-0000-0000-0000-000000000000}"/>
          </ac:spMkLst>
        </pc:spChg>
        <pc:spChg chg="del">
          <ac:chgData name="Young-Chung Hsue" userId="0d39fb11249e9e67" providerId="LiveId" clId="{A170C4A5-6498-4AC0-A24E-EBB8A3864606}" dt="2026-04-21T15:06:24.156" v="268" actId="478"/>
          <ac:spMkLst>
            <pc:docMk/>
            <pc:sldMk cId="0" sldId="266"/>
            <ac:spMk id="18" creationId="{00000000-0000-0000-0000-000000000000}"/>
          </ac:spMkLst>
        </pc:spChg>
        <pc:spChg chg="del">
          <ac:chgData name="Young-Chung Hsue" userId="0d39fb11249e9e67" providerId="LiveId" clId="{A170C4A5-6498-4AC0-A24E-EBB8A3864606}" dt="2026-04-21T15:06:48.762" v="270" actId="478"/>
          <ac:spMkLst>
            <pc:docMk/>
            <pc:sldMk cId="0" sldId="266"/>
            <ac:spMk id="19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7:59.409" v="292" actId="1076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7:59.409" v="292" actId="1076"/>
          <ac:spMkLst>
            <pc:docMk/>
            <pc:sldMk cId="0" sldId="266"/>
            <ac:spMk id="21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8:31.769" v="347" actId="20577"/>
          <ac:spMkLst>
            <pc:docMk/>
            <pc:sldMk cId="0" sldId="266"/>
            <ac:spMk id="22" creationId="{00000000-0000-0000-0000-000000000000}"/>
          </ac:spMkLst>
        </pc:spChg>
        <pc:spChg chg="mod">
          <ac:chgData name="Young-Chung Hsue" userId="0d39fb11249e9e67" providerId="LiveId" clId="{A170C4A5-6498-4AC0-A24E-EBB8A3864606}" dt="2026-04-21T15:07:59.409" v="292" actId="1076"/>
          <ac:spMkLst>
            <pc:docMk/>
            <pc:sldMk cId="0" sldId="266"/>
            <ac:spMk id="23" creationId="{00000000-0000-0000-0000-000000000000}"/>
          </ac:spMkLst>
        </pc:spChg>
      </pc:sldChg>
      <pc:sldChg chg="delSp modSp add mod">
        <pc:chgData name="Young-Chung Hsue" userId="0d39fb11249e9e67" providerId="LiveId" clId="{A170C4A5-6498-4AC0-A24E-EBB8A3864606}" dt="2026-04-21T15:22:09.929" v="521" actId="478"/>
        <pc:sldMkLst>
          <pc:docMk/>
          <pc:sldMk cId="0" sldId="267"/>
        </pc:sldMkLst>
        <pc:spChg chg="mod">
          <ac:chgData name="Young-Chung Hsue" userId="0d39fb11249e9e67" providerId="LiveId" clId="{A170C4A5-6498-4AC0-A24E-EBB8A3864606}" dt="2026-04-21T15:22:00.304" v="520" actId="20577"/>
          <ac:spMkLst>
            <pc:docMk/>
            <pc:sldMk cId="0" sldId="267"/>
            <ac:spMk id="3" creationId="{00000000-0000-0000-0000-000000000000}"/>
          </ac:spMkLst>
        </pc:spChg>
        <pc:spChg chg="del">
          <ac:chgData name="Young-Chung Hsue" userId="0d39fb11249e9e67" providerId="LiveId" clId="{A170C4A5-6498-4AC0-A24E-EBB8A3864606}" dt="2026-04-21T15:22:09.929" v="521" actId="478"/>
          <ac:spMkLst>
            <pc:docMk/>
            <pc:sldMk cId="0" sldId="267"/>
            <ac:spMk id="23" creationId="{00000000-0000-0000-0000-000000000000}"/>
          </ac:spMkLst>
        </pc:spChg>
        <pc:spChg chg="del">
          <ac:chgData name="Young-Chung Hsue" userId="0d39fb11249e9e67" providerId="LiveId" clId="{A170C4A5-6498-4AC0-A24E-EBB8A3864606}" dt="2026-04-21T15:22:09.929" v="521" actId="478"/>
          <ac:spMkLst>
            <pc:docMk/>
            <pc:sldMk cId="0" sldId="267"/>
            <ac:spMk id="24" creationId="{00000000-0000-0000-0000-000000000000}"/>
          </ac:spMkLst>
        </pc:spChg>
        <pc:spChg chg="del">
          <ac:chgData name="Young-Chung Hsue" userId="0d39fb11249e9e67" providerId="LiveId" clId="{A170C4A5-6498-4AC0-A24E-EBB8A3864606}" dt="2026-04-21T15:22:09.929" v="521" actId="478"/>
          <ac:spMkLst>
            <pc:docMk/>
            <pc:sldMk cId="0" sldId="267"/>
            <ac:spMk id="25" creationId="{00000000-0000-0000-0000-000000000000}"/>
          </ac:spMkLst>
        </pc:spChg>
        <pc:spChg chg="del">
          <ac:chgData name="Young-Chung Hsue" userId="0d39fb11249e9e67" providerId="LiveId" clId="{A170C4A5-6498-4AC0-A24E-EBB8A3864606}" dt="2026-04-21T15:22:09.929" v="521" actId="478"/>
          <ac:spMkLst>
            <pc:docMk/>
            <pc:sldMk cId="0" sldId="267"/>
            <ac:spMk id="26" creationId="{00000000-0000-0000-0000-000000000000}"/>
          </ac:spMkLst>
        </pc:spChg>
        <pc:spChg chg="del">
          <ac:chgData name="Young-Chung Hsue" userId="0d39fb11249e9e67" providerId="LiveId" clId="{A170C4A5-6498-4AC0-A24E-EBB8A3864606}" dt="2026-04-21T15:22:09.929" v="521" actId="478"/>
          <ac:spMkLst>
            <pc:docMk/>
            <pc:sldMk cId="0" sldId="267"/>
            <ac:spMk id="27" creationId="{00000000-0000-0000-0000-000000000000}"/>
          </ac:spMkLst>
        </pc:spChg>
        <pc:spChg chg="del">
          <ac:chgData name="Young-Chung Hsue" userId="0d39fb11249e9e67" providerId="LiveId" clId="{A170C4A5-6498-4AC0-A24E-EBB8A3864606}" dt="2026-04-21T15:22:09.929" v="521" actId="478"/>
          <ac:spMkLst>
            <pc:docMk/>
            <pc:sldMk cId="0" sldId="267"/>
            <ac:spMk id="28" creationId="{00000000-0000-0000-0000-000000000000}"/>
          </ac:spMkLst>
        </pc:spChg>
      </pc:sldChg>
      <pc:sldChg chg="addSp modSp add mod ord">
        <pc:chgData name="Young-Chung Hsue" userId="0d39fb11249e9e67" providerId="LiveId" clId="{A170C4A5-6498-4AC0-A24E-EBB8A3864606}" dt="2026-04-21T15:29:35.097" v="548"/>
        <pc:sldMkLst>
          <pc:docMk/>
          <pc:sldMk cId="0" sldId="268"/>
        </pc:sldMkLst>
        <pc:spChg chg="add mod">
          <ac:chgData name="Young-Chung Hsue" userId="0d39fb11249e9e67" providerId="LiveId" clId="{A170C4A5-6498-4AC0-A24E-EBB8A3864606}" dt="2026-04-21T15:25:33.511" v="525" actId="207"/>
          <ac:spMkLst>
            <pc:docMk/>
            <pc:sldMk cId="0" sldId="268"/>
            <ac:spMk id="26" creationId="{69638E55-3F0D-9C4D-3831-2F2A04041ABC}"/>
          </ac:spMkLst>
        </pc:spChg>
        <pc:spChg chg="add mod">
          <ac:chgData name="Young-Chung Hsue" userId="0d39fb11249e9e67" providerId="LiveId" clId="{A170C4A5-6498-4AC0-A24E-EBB8A3864606}" dt="2026-04-21T15:25:57.465" v="526" actId="207"/>
          <ac:spMkLst>
            <pc:docMk/>
            <pc:sldMk cId="0" sldId="268"/>
            <ac:spMk id="27" creationId="{A9142FE1-9F25-C011-59CB-C5DA0CC5E25B}"/>
          </ac:spMkLst>
        </pc:spChg>
        <pc:spChg chg="add mod">
          <ac:chgData name="Young-Chung Hsue" userId="0d39fb11249e9e67" providerId="LiveId" clId="{A170C4A5-6498-4AC0-A24E-EBB8A3864606}" dt="2026-04-21T15:27:32.774" v="546" actId="1035"/>
          <ac:spMkLst>
            <pc:docMk/>
            <pc:sldMk cId="0" sldId="268"/>
            <ac:spMk id="28" creationId="{2793FD0D-E6FD-3897-5E3D-2FD578CCE910}"/>
          </ac:spMkLst>
        </pc:spChg>
        <pc:spChg chg="add mod">
          <ac:chgData name="Young-Chung Hsue" userId="0d39fb11249e9e67" providerId="LiveId" clId="{A170C4A5-6498-4AC0-A24E-EBB8A3864606}" dt="2026-04-21T15:27:32.774" v="546" actId="1035"/>
          <ac:spMkLst>
            <pc:docMk/>
            <pc:sldMk cId="0" sldId="268"/>
            <ac:spMk id="29" creationId="{0D407E7D-0372-10AA-6266-C194F68FEB2D}"/>
          </ac:spMkLst>
        </pc:spChg>
        <pc:spChg chg="add mod">
          <ac:chgData name="Young-Chung Hsue" userId="0d39fb11249e9e67" providerId="LiveId" clId="{A170C4A5-6498-4AC0-A24E-EBB8A3864606}" dt="2026-04-21T15:27:32.774" v="546" actId="1035"/>
          <ac:spMkLst>
            <pc:docMk/>
            <pc:sldMk cId="0" sldId="268"/>
            <ac:spMk id="30" creationId="{0F53AEF7-4499-4BDA-DDEA-8C30D2256C9A}"/>
          </ac:spMkLst>
        </pc:spChg>
        <pc:picChg chg="add mod">
          <ac:chgData name="Young-Chung Hsue" userId="0d39fb11249e9e67" providerId="LiveId" clId="{A170C4A5-6498-4AC0-A24E-EBB8A3864606}" dt="2026-04-21T15:24:47.187" v="524" actId="1076"/>
          <ac:picMkLst>
            <pc:docMk/>
            <pc:sldMk cId="0" sldId="268"/>
            <ac:picMk id="25" creationId="{17EA3E23-2127-92EC-F101-1103D2A2795E}"/>
          </ac:picMkLst>
        </pc:picChg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69"/>
        </pc:sldMkLst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70"/>
        </pc:sldMkLst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71"/>
        </pc:sldMkLst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72"/>
        </pc:sldMkLst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73"/>
        </pc:sldMkLst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74"/>
        </pc:sldMkLst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75"/>
        </pc:sldMkLst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76"/>
        </pc:sldMkLst>
      </pc:sldChg>
      <pc:sldChg chg="add">
        <pc:chgData name="Young-Chung Hsue" userId="0d39fb11249e9e67" providerId="LiveId" clId="{A170C4A5-6498-4AC0-A24E-EBB8A3864606}" dt="2026-04-20T05:44:18.989" v="204" actId="26606"/>
        <pc:sldMkLst>
          <pc:docMk/>
          <pc:sldMk cId="0" sldId="277"/>
        </pc:sldMkLst>
      </pc:sldChg>
      <pc:sldChg chg="addSp delSp modSp new del mod replId">
        <pc:chgData name="Young-Chung Hsue" userId="0d39fb11249e9e67" providerId="LiveId" clId="{A170C4A5-6498-4AC0-A24E-EBB8A3864606}" dt="2026-04-20T05:44:18.989" v="204" actId="26606"/>
        <pc:sldMkLst>
          <pc:docMk/>
          <pc:sldMk cId="4273320979" sldId="278"/>
        </pc:sldMkLst>
        <pc:spChg chg="del">
          <ac:chgData name="Young-Chung Hsue" userId="0d39fb11249e9e67" providerId="LiveId" clId="{A170C4A5-6498-4AC0-A24E-EBB8A3864606}" dt="2026-04-20T02:36:17.733" v="1" actId="478"/>
          <ac:spMkLst>
            <pc:docMk/>
            <pc:sldMk cId="4273320979" sldId="278"/>
            <ac:spMk id="2" creationId="{EE9308BA-07CD-DECF-FB62-D171492BE81B}"/>
          </ac:spMkLst>
        </pc:spChg>
        <pc:spChg chg="del">
          <ac:chgData name="Young-Chung Hsue" userId="0d39fb11249e9e67" providerId="LiveId" clId="{A170C4A5-6498-4AC0-A24E-EBB8A3864606}" dt="2026-04-20T02:36:17.733" v="1" actId="478"/>
          <ac:spMkLst>
            <pc:docMk/>
            <pc:sldMk cId="4273320979" sldId="278"/>
            <ac:spMk id="3" creationId="{57C1B7F1-1C49-B34B-4113-1F03E4D9A0B9}"/>
          </ac:spMkLst>
        </pc:spChg>
        <pc:spChg chg="add del mod">
          <ac:chgData name="Young-Chung Hsue" userId="0d39fb11249e9e67" providerId="LiveId" clId="{A170C4A5-6498-4AC0-A24E-EBB8A3864606}" dt="2026-04-20T05:12:14.586" v="198" actId="478"/>
          <ac:spMkLst>
            <pc:docMk/>
            <pc:sldMk cId="4273320979" sldId="278"/>
            <ac:spMk id="6" creationId="{C2D65F06-7FFC-33F3-207D-F6C8EE9410C6}"/>
          </ac:spMkLst>
        </pc:spChg>
        <pc:spChg chg="add mod">
          <ac:chgData name="Young-Chung Hsue" userId="0d39fb11249e9e67" providerId="LiveId" clId="{A170C4A5-6498-4AC0-A24E-EBB8A3864606}" dt="2026-04-20T02:40:42.132" v="23" actId="1076"/>
          <ac:spMkLst>
            <pc:docMk/>
            <pc:sldMk cId="4273320979" sldId="278"/>
            <ac:spMk id="7" creationId="{DF8085A9-AF58-091D-1502-DEA0DDBA266D}"/>
          </ac:spMkLst>
        </pc:spChg>
        <pc:picChg chg="add mod">
          <ac:chgData name="Young-Chung Hsue" userId="0d39fb11249e9e67" providerId="LiveId" clId="{A170C4A5-6498-4AC0-A24E-EBB8A3864606}" dt="2026-04-20T05:12:10.243" v="197" actId="14100"/>
          <ac:picMkLst>
            <pc:docMk/>
            <pc:sldMk cId="4273320979" sldId="278"/>
            <ac:picMk id="5" creationId="{6C89A686-350A-4464-DDC2-1C7471EC7ECC}"/>
          </ac:picMkLst>
        </pc:picChg>
        <pc:picChg chg="add del mod">
          <ac:chgData name="Young-Chung Hsue" userId="0d39fb11249e9e67" providerId="LiveId" clId="{A170C4A5-6498-4AC0-A24E-EBB8A3864606}" dt="2026-04-20T05:11:53.073" v="195" actId="478"/>
          <ac:picMkLst>
            <pc:docMk/>
            <pc:sldMk cId="4273320979" sldId="278"/>
            <ac:picMk id="9" creationId="{0492F765-3407-CEFC-122C-B1255C7A12ED}"/>
          </ac:picMkLst>
        </pc:picChg>
        <pc:picChg chg="add mod">
          <ac:chgData name="Young-Chung Hsue" userId="0d39fb11249e9e67" providerId="LiveId" clId="{A170C4A5-6498-4AC0-A24E-EBB8A3864606}" dt="2026-04-20T05:12:39.397" v="201" actId="1076"/>
          <ac:picMkLst>
            <pc:docMk/>
            <pc:sldMk cId="4273320979" sldId="278"/>
            <ac:picMk id="11" creationId="{9DDB4D36-FD09-8666-FFD0-6E42C58733FF}"/>
          </ac:picMkLst>
        </pc:picChg>
      </pc:sldChg>
      <pc:sldMasterChg chg="add addSldLayout">
        <pc:chgData name="Young-Chung Hsue" userId="0d39fb11249e9e67" providerId="LiveId" clId="{A170C4A5-6498-4AC0-A24E-EBB8A3864606}" dt="2026-04-20T05:44:18.989" v="204" actId="26606"/>
        <pc:sldMasterMkLst>
          <pc:docMk/>
          <pc:sldMasterMk cId="0" sldId="2147483648"/>
        </pc:sldMasterMkLst>
        <pc:sldLayoutChg chg="add">
          <pc:chgData name="Young-Chung Hsue" userId="0d39fb11249e9e67" providerId="LiveId" clId="{A170C4A5-6498-4AC0-A24E-EBB8A3864606}" dt="2026-04-20T05:44:18.989" v="204" actId="26606"/>
          <pc:sldLayoutMkLst>
            <pc:docMk/>
            <pc:sldMasterMk cId="0" sldId="2147483648"/>
            <pc:sldLayoutMk cId="0" sldId="2147483649"/>
          </pc:sldLayoutMkLst>
        </pc:sldLayoutChg>
      </pc:sldMasterChg>
      <pc:sldMasterChg chg="del replId delSldLayout modSldLayout">
        <pc:chgData name="Young-Chung Hsue" userId="0d39fb11249e9e67" providerId="LiveId" clId="{A170C4A5-6498-4AC0-A24E-EBB8A3864606}" dt="2026-04-20T05:44:18.989" v="204" actId="26606"/>
        <pc:sldMasterMkLst>
          <pc:docMk/>
          <pc:sldMasterMk cId="1169471714" sldId="2147483660"/>
        </pc:sldMasterMkLst>
        <pc:sldLayoutChg chg="del">
          <pc:chgData name="Young-Chung Hsue" userId="0d39fb11249e9e67" providerId="LiveId" clId="{A170C4A5-6498-4AC0-A24E-EBB8A3864606}" dt="2026-04-20T05:44:18.989" v="204" actId="26606"/>
          <pc:sldLayoutMkLst>
            <pc:docMk/>
            <pc:sldMasterMk cId="1169471714" sldId="2147483660"/>
            <pc:sldLayoutMk cId="1454044125" sldId="2147483650"/>
          </pc:sldLayoutMkLst>
        </pc:sldLayoutChg>
        <pc:sldLayoutChg chg="del">
          <pc:chgData name="Young-Chung Hsue" userId="0d39fb11249e9e67" providerId="LiveId" clId="{A170C4A5-6498-4AC0-A24E-EBB8A3864606}" dt="2026-04-20T05:44:18.989" v="204" actId="26606"/>
          <pc:sldLayoutMkLst>
            <pc:docMk/>
            <pc:sldMasterMk cId="1169471714" sldId="2147483660"/>
            <pc:sldLayoutMk cId="4045177592" sldId="2147483651"/>
          </pc:sldLayoutMkLst>
        </pc:sldLayoutChg>
        <pc:sldLayoutChg chg="del">
          <pc:chgData name="Young-Chung Hsue" userId="0d39fb11249e9e67" providerId="LiveId" clId="{A170C4A5-6498-4AC0-A24E-EBB8A3864606}" dt="2026-04-20T05:44:18.989" v="204" actId="26606"/>
          <pc:sldLayoutMkLst>
            <pc:docMk/>
            <pc:sldMasterMk cId="1169471714" sldId="2147483660"/>
            <pc:sldLayoutMk cId="3166945196" sldId="2147483652"/>
          </pc:sldLayoutMkLst>
        </pc:sldLayoutChg>
        <pc:sldLayoutChg chg="del">
          <pc:chgData name="Young-Chung Hsue" userId="0d39fb11249e9e67" providerId="LiveId" clId="{A170C4A5-6498-4AC0-A24E-EBB8A3864606}" dt="2026-04-20T05:44:18.989" v="204" actId="26606"/>
          <pc:sldLayoutMkLst>
            <pc:docMk/>
            <pc:sldMasterMk cId="1169471714" sldId="2147483660"/>
            <pc:sldLayoutMk cId="1322443940" sldId="2147483653"/>
          </pc:sldLayoutMkLst>
        </pc:sldLayoutChg>
        <pc:sldLayoutChg chg="del">
          <pc:chgData name="Young-Chung Hsue" userId="0d39fb11249e9e67" providerId="LiveId" clId="{A170C4A5-6498-4AC0-A24E-EBB8A3864606}" dt="2026-04-20T05:44:18.989" v="204" actId="26606"/>
          <pc:sldLayoutMkLst>
            <pc:docMk/>
            <pc:sldMasterMk cId="1169471714" sldId="2147483660"/>
            <pc:sldLayoutMk cId="2159589381" sldId="2147483654"/>
          </pc:sldLayoutMkLst>
        </pc:sldLayoutChg>
        <pc:sldLayoutChg chg="del">
          <pc:chgData name="Young-Chung Hsue" userId="0d39fb11249e9e67" providerId="LiveId" clId="{A170C4A5-6498-4AC0-A24E-EBB8A3864606}" dt="2026-04-20T05:44:18.989" v="204" actId="26606"/>
          <pc:sldLayoutMkLst>
            <pc:docMk/>
            <pc:sldMasterMk cId="1169471714" sldId="2147483660"/>
            <pc:sldLayoutMk cId="669586880" sldId="2147483655"/>
          </pc:sldLayoutMkLst>
        </pc:sldLayoutChg>
        <pc:sldLayoutChg chg="del">
          <pc:chgData name="Young-Chung Hsue" userId="0d39fb11249e9e67" providerId="LiveId" clId="{A170C4A5-6498-4AC0-A24E-EBB8A3864606}" dt="2026-04-20T05:44:18.989" v="204" actId="26606"/>
          <pc:sldLayoutMkLst>
            <pc:docMk/>
            <pc:sldMasterMk cId="1169471714" sldId="2147483660"/>
            <pc:sldLayoutMk cId="3809420671" sldId="2147483656"/>
          </pc:sldLayoutMkLst>
        </pc:sldLayoutChg>
        <pc:sldLayoutChg chg="del">
          <pc:chgData name="Young-Chung Hsue" userId="0d39fb11249e9e67" providerId="LiveId" clId="{A170C4A5-6498-4AC0-A24E-EBB8A3864606}" dt="2026-04-20T05:44:18.989" v="204" actId="26606"/>
          <pc:sldLayoutMkLst>
            <pc:docMk/>
            <pc:sldMasterMk cId="1169471714" sldId="2147483660"/>
            <pc:sldLayoutMk cId="2636086517" sldId="2147483657"/>
          </pc:sldLayoutMkLst>
        </pc:sldLayoutChg>
        <pc:sldLayoutChg chg="del">
          <pc:chgData name="Young-Chung Hsue" userId="0d39fb11249e9e67" providerId="LiveId" clId="{A170C4A5-6498-4AC0-A24E-EBB8A3864606}" dt="2026-04-20T05:44:18.989" v="204" actId="26606"/>
          <pc:sldLayoutMkLst>
            <pc:docMk/>
            <pc:sldMasterMk cId="1169471714" sldId="2147483660"/>
            <pc:sldLayoutMk cId="707663283" sldId="2147483658"/>
          </pc:sldLayoutMkLst>
        </pc:sldLayoutChg>
        <pc:sldLayoutChg chg="del">
          <pc:chgData name="Young-Chung Hsue" userId="0d39fb11249e9e67" providerId="LiveId" clId="{A170C4A5-6498-4AC0-A24E-EBB8A3864606}" dt="2026-04-20T05:44:18.989" v="204" actId="26606"/>
          <pc:sldLayoutMkLst>
            <pc:docMk/>
            <pc:sldMasterMk cId="1169471714" sldId="2147483660"/>
            <pc:sldLayoutMk cId="2587954258" sldId="2147483659"/>
          </pc:sldLayoutMkLst>
        </pc:sldLayoutChg>
        <pc:sldLayoutChg chg="del replId">
          <pc:chgData name="Young-Chung Hsue" userId="0d39fb11249e9e67" providerId="LiveId" clId="{A170C4A5-6498-4AC0-A24E-EBB8A3864606}" dt="2026-04-20T05:44:18.989" v="204" actId="26606"/>
          <pc:sldLayoutMkLst>
            <pc:docMk/>
            <pc:sldMasterMk cId="1169471714" sldId="2147483660"/>
            <pc:sldLayoutMk cId="3798115077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0769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1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731520"/>
            <a:ext cx="1097280" cy="10972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31520" y="192024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NonBlocking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731520" y="246888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Life</a:t>
            </a:r>
            <a:endParaRPr lang="en-US" sz="4000" dirty="0"/>
          </a:p>
        </p:txBody>
      </p:sp>
      <p:sp>
        <p:nvSpPr>
          <p:cNvPr id="7" name="Text 3"/>
          <p:cNvSpPr/>
          <p:nvPr/>
        </p:nvSpPr>
        <p:spPr>
          <a:xfrm>
            <a:off x="731520" y="3200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CD3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別讓清單管理成為另一個負擔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731520" y="3749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把大腦當單執行緒，一次只做一件事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70BFBB03-1979-5A55-AB21-A2F8DAF744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7831" y="371959"/>
            <a:ext cx="3204649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你是否也有這些困擾？</a:t>
            </a:r>
            <a:endParaRPr lang="en-US" sz="1800" dirty="0"/>
          </a:p>
        </p:txBody>
      </p:sp>
      <p:pic>
        <p:nvPicPr>
          <p:cNvPr id="6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48056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640080" y="457200"/>
            <a:ext cx="640080" cy="6400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66928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5029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清單散落在各個不同的地方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我以前最大的痛點，不是沒清單，而是這些清單散落在各個不同的 APP 甚至是裝置裡面，各有各的管理法。這也形成了一種負擔。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 rot="-300000">
            <a:off x="914400" y="2926080"/>
            <a:ext cx="1463040" cy="731520"/>
          </a:xfrm>
          <a:prstGeom prst="rect">
            <a:avLst/>
          </a:prstGeom>
          <a:solidFill>
            <a:srgbClr val="3B82F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/>
          <p:cNvSpPr/>
          <p:nvPr/>
        </p:nvSpPr>
        <p:spPr>
          <a:xfrm rot="-300000">
            <a:off x="914400" y="292608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App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 rot="180000">
            <a:off x="2560320" y="2743200"/>
            <a:ext cx="1463040" cy="731520"/>
          </a:xfrm>
          <a:prstGeom prst="rect">
            <a:avLst/>
          </a:prstGeom>
          <a:solidFill>
            <a:srgbClr val="0D948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/>
          <p:cNvSpPr/>
          <p:nvPr/>
        </p:nvSpPr>
        <p:spPr>
          <a:xfrm rot="180000">
            <a:off x="2560320" y="274320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rot="-120000">
            <a:off x="4206240" y="3017520"/>
            <a:ext cx="1463040" cy="731520"/>
          </a:xfrm>
          <a:prstGeom prst="rect">
            <a:avLst/>
          </a:prstGeom>
          <a:solidFill>
            <a:srgbClr val="F59E0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9"/>
          <p:cNvSpPr/>
          <p:nvPr/>
        </p:nvSpPr>
        <p:spPr>
          <a:xfrm rot="-120000">
            <a:off x="4206240" y="301752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rot="240000">
            <a:off x="5852160" y="2834640"/>
            <a:ext cx="1463040" cy="731520"/>
          </a:xfrm>
          <a:prstGeom prst="rect">
            <a:avLst/>
          </a:prstGeom>
          <a:solidFill>
            <a:srgbClr val="EF4444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1"/>
          <p:cNvSpPr/>
          <p:nvPr/>
        </p:nvSpPr>
        <p:spPr>
          <a:xfrm rot="240000">
            <a:off x="5852160" y="283464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 rot="-180000">
            <a:off x="1645920" y="3840480"/>
            <a:ext cx="1463040" cy="73152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3"/>
          <p:cNvSpPr/>
          <p:nvPr/>
        </p:nvSpPr>
        <p:spPr>
          <a:xfrm rot="-180000">
            <a:off x="1645920" y="384048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 rot="120000">
            <a:off x="5029200" y="3931920"/>
            <a:ext cx="1463040" cy="731520"/>
          </a:xfrm>
          <a:prstGeom prst="rect">
            <a:avLst/>
          </a:prstGeom>
          <a:solidFill>
            <a:srgbClr val="22C55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5"/>
          <p:cNvSpPr/>
          <p:nvPr/>
        </p:nvSpPr>
        <p:spPr>
          <a:xfrm rot="120000">
            <a:off x="5029200" y="393192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Sticky Notes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858000" y="30175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7200" dirty="0"/>
          </a:p>
        </p:txBody>
      </p:sp>
      <p:pic>
        <p:nvPicPr>
          <p:cNvPr id="20" name="Image 1" descr="nb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  <p:pic>
        <p:nvPicPr>
          <p:cNvPr id="22" name="圖形 21" descr="網際網路 以實心填滿">
            <a:extLst>
              <a:ext uri="{FF2B5EF4-FFF2-40B4-BE49-F238E27FC236}">
                <a16:creationId xmlns:a16="http://schemas.microsoft.com/office/drawing/2014/main" id="{84E88FF8-62F9-BB42-99C0-73F97F0472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56127" y="3878895"/>
            <a:ext cx="914400" cy="914400"/>
          </a:xfrm>
          <a:prstGeom prst="rect">
            <a:avLst/>
          </a:prstGeom>
        </p:spPr>
      </p:pic>
      <p:pic>
        <p:nvPicPr>
          <p:cNvPr id="24" name="圖形 23" descr="智慧型手機 以實心填滿">
            <a:extLst>
              <a:ext uri="{FF2B5EF4-FFF2-40B4-BE49-F238E27FC236}">
                <a16:creationId xmlns:a16="http://schemas.microsoft.com/office/drawing/2014/main" id="{3B56A79F-3C14-1EEC-7E8D-32083FC7DD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56673" y="388165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640080" y="457200"/>
            <a:ext cx="640080" cy="6400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66928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5029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打岔後，回不到主線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每當打岔後，想回來主線，腦袋常常在決策打開哪個 APP 時就卡住了，最後還是常常靠記憶力，或者跑去滑手機。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1737360" cy="1280160"/>
          </a:xfrm>
          <a:prstGeom prst="rect">
            <a:avLst/>
          </a:prstGeom>
          <a:solidFill>
            <a:srgbClr val="0D948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/>
          <p:cNvSpPr/>
          <p:nvPr/>
        </p:nvSpPr>
        <p:spPr>
          <a:xfrm>
            <a:off x="457200" y="283464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FOCUS</a:t>
            </a:r>
            <a:endParaRPr lang="en-US" sz="11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專注工作中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331720" y="31089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&gt;&gt;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926080" y="2834640"/>
            <a:ext cx="1737360" cy="1280160"/>
          </a:xfrm>
          <a:prstGeom prst="rect">
            <a:avLst/>
          </a:prstGeom>
          <a:solidFill>
            <a:srgbClr val="F59E0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8"/>
          <p:cNvSpPr/>
          <p:nvPr/>
        </p:nvSpPr>
        <p:spPr>
          <a:xfrm>
            <a:off x="2926080" y="283464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3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INTERRUPT</a:t>
            </a:r>
            <a:endParaRPr lang="en-US" sz="11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被打岔！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800600" y="31089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&gt;&gt;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5394960" y="2834640"/>
            <a:ext cx="1737360" cy="1280160"/>
          </a:xfrm>
          <a:prstGeom prst="rect">
            <a:avLst/>
          </a:prstGeom>
          <a:solidFill>
            <a:srgbClr val="EF4444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1"/>
          <p:cNvSpPr/>
          <p:nvPr/>
        </p:nvSpPr>
        <p:spPr>
          <a:xfrm>
            <a:off x="5394960" y="283464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STUCK</a:t>
            </a:r>
            <a:endParaRPr lang="en-US" sz="11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打開哪個 APP？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69480" y="31089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&gt;&gt;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7863840" y="2834640"/>
            <a:ext cx="1005840" cy="1280160"/>
          </a:xfrm>
          <a:prstGeom prst="rect">
            <a:avLst/>
          </a:prstGeom>
          <a:solidFill>
            <a:srgbClr val="334155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4"/>
          <p:cNvSpPr/>
          <p:nvPr/>
        </p:nvSpPr>
        <p:spPr>
          <a:xfrm>
            <a:off x="7863840" y="2834640"/>
            <a:ext cx="1005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滑手機</a:t>
            </a:r>
            <a:endParaRPr lang="en-US" sz="1300" dirty="0"/>
          </a:p>
        </p:txBody>
      </p:sp>
      <p:pic>
        <p:nvPicPr>
          <p:cNvPr id="18" name="Image 1" descr="nb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640080" y="457200"/>
            <a:ext cx="640080" cy="6400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66928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5029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忙了一天，卻說不清時間花在哪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結果就是，一天很忙、很累，但晚上回想，時間到底花在哪裡，常常講不清楚。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914400" y="2651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Shape 5"/>
          <p:cNvSpPr/>
          <p:nvPr/>
        </p:nvSpPr>
        <p:spPr>
          <a:xfrm>
            <a:off x="914400" y="2651760"/>
            <a:ext cx="3200400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6"/>
          <p:cNvSpPr/>
          <p:nvPr/>
        </p:nvSpPr>
        <p:spPr>
          <a:xfrm>
            <a:off x="914400" y="2651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早上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97280" y="32004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「今天好多事要做！」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D94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充滿幹勁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忙忙忙忙忙忙...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11480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029200" y="2651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0"/>
          <p:cNvSpPr/>
          <p:nvPr/>
        </p:nvSpPr>
        <p:spPr>
          <a:xfrm>
            <a:off x="5029200" y="2651760"/>
            <a:ext cx="320040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1"/>
          <p:cNvSpPr/>
          <p:nvPr/>
        </p:nvSpPr>
        <p:spPr>
          <a:xfrm>
            <a:off x="5029200" y="2651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晚上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212080" y="32004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「今天到底做了什麼？」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完全想不起來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時間去哪了...？</a:t>
            </a:r>
            <a:endParaRPr lang="en-US" sz="1400" dirty="0"/>
          </a:p>
        </p:txBody>
      </p:sp>
      <p:pic>
        <p:nvPicPr>
          <p:cNvPr id="16" name="Image 1" descr="nb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NonBlockingLife 的解決方案</a:t>
            </a:r>
            <a:endParaRPr lang="en-US" sz="1800" dirty="0"/>
          </a:p>
        </p:txBody>
      </p:sp>
      <p:pic>
        <p:nvPicPr>
          <p:cNvPr id="6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48056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簡易的任務與想法中控中心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NBL 為簡易的任務與想法的中控中心，複雜的管理法則依然由各個專門的 APP 來做。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474720" y="2743200"/>
            <a:ext cx="2194560" cy="182880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3474720" y="274320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NBL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474720" y="35661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中控中心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560320"/>
            <a:ext cx="1645920" cy="64008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914400" y="25603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專案管理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3447357"/>
            <a:ext cx="1645920" cy="64008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914400" y="3447357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0" y="2743200"/>
            <a:ext cx="1645920" cy="64008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6858000" y="27432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 APP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0" y="3931920"/>
            <a:ext cx="1645920" cy="64008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6858000" y="39319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4334395"/>
            <a:ext cx="1645920" cy="64008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914400" y="4334395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其他 APP</a:t>
            </a:r>
            <a:endParaRPr lang="en-US" sz="1100" dirty="0"/>
          </a:p>
        </p:txBody>
      </p:sp>
      <p:pic>
        <p:nvPicPr>
          <p:cNvPr id="19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沒事時，看清單，立即開始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NBL 的任務清單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立即就可選一個任務來進入工作狀態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不再需要決策「打開哪個 APP」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減少決策疲勞，快速進入專注</a:t>
            </a:r>
            <a:endParaRPr lang="en-US" sz="1600" dirty="0"/>
          </a:p>
        </p:txBody>
      </p:sp>
      <p:pic>
        <p:nvPicPr>
          <p:cNvPr id="6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>
            <a:alphaModFix amt="15000"/>
          </a:blip>
          <a:stretch>
            <a:fillRect/>
          </a:stretch>
        </p:blipFill>
        <p:spPr>
          <a:xfrm>
            <a:off x="5943600" y="228600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番茄時鐘法：大腦當單執行緒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進入工作狀態後，利用番茄時鐘法，把大腦當單執行緒，一次只專注做一件事。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0" y="2560320"/>
            <a:ext cx="2743200" cy="2286000"/>
          </a:xfrm>
          <a:prstGeom prst="ellipse">
            <a:avLst/>
          </a:prstGeom>
          <a:solidFill>
            <a:srgbClr val="1E3A5F"/>
          </a:solidFill>
          <a:ln w="508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3200400" y="25603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30:00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00400" y="3840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kern="0" spc="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2103120" cy="59436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54864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594360" y="29260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一次一件事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103120" cy="59436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" cy="5943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專注模式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83680" y="2926080"/>
            <a:ext cx="2103120" cy="59436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6583680" y="2926080"/>
            <a:ext cx="54864" cy="5943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6720840" y="29260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計時紀錄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0" y="3749040"/>
            <a:ext cx="2103120" cy="59436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6583680" y="3749040"/>
            <a:ext cx="54864" cy="59436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720840" y="37490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自動追蹤</a:t>
            </a:r>
            <a:endParaRPr lang="en-US" sz="1400" dirty="0"/>
          </a:p>
        </p:txBody>
      </p:sp>
      <p:pic>
        <p:nvPicPr>
          <p:cNvPr id="21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一有想法，直接丟 Inbox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無論何時，一有想法，直接丟 Inbox，以後處理。URL 則連到對應的 APP 或網頁裡面。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286000" y="2560320"/>
            <a:ext cx="45720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2286000" y="2560320"/>
            <a:ext cx="457200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2286000" y="25603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INBOX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560320" y="32004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變長期專案</a:t>
            </a: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</a:t>
            </a:r>
            <a:r>
              <a:rPr lang="en-US" altLang="zh-TW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Task Pool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0" y="3547872"/>
            <a:ext cx="40233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2560320" y="3584448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變短期任務</a:t>
            </a: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</a:t>
            </a:r>
            <a:r>
              <a:rPr lang="en-US" altLang="zh-TW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 Tasks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3931920"/>
            <a:ext cx="40233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2560320" y="3968496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zh-TW" alt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</a:rPr>
              <a:t>特定時間任務 </a:t>
            </a:r>
            <a:r>
              <a:rPr lang="en-US" altLang="zh-TW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Scheduled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60320" y="4315968"/>
            <a:ext cx="40233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2560320" y="4352544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未來參考</a:t>
            </a: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</a:t>
            </a:r>
            <a:r>
              <a:rPr lang="en-US" altLang="zh-TW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3017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</a:rPr>
              <a:t>→</a:t>
            </a:r>
            <a:endParaRPr lang="en-US" sz="3600" dirty="0"/>
          </a:p>
        </p:txBody>
      </p:sp>
      <p:pic>
        <p:nvPicPr>
          <p:cNvPr id="18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  <p:pic>
        <p:nvPicPr>
          <p:cNvPr id="20" name="圖形 19" descr="想法 外框">
            <a:extLst>
              <a:ext uri="{FF2B5EF4-FFF2-40B4-BE49-F238E27FC236}">
                <a16:creationId xmlns:a16="http://schemas.microsoft.com/office/drawing/2014/main" id="{8B5CEE1C-4A80-65CC-2A00-C8BF08EA3E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2916936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每日定時整理 Inbox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 Inbox，使用 Move 來將 Inbox 條目變成不同類型的任務。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2286000" cy="4572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INBOX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&gt; 想法 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&gt; 想法 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&gt; 想法 C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&gt; 想法 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3017520"/>
            <a:ext cx="1463040" cy="640080"/>
          </a:xfrm>
          <a:prstGeom prst="rect">
            <a:avLst/>
          </a:prstGeom>
          <a:solidFill>
            <a:srgbClr val="F59E0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383280" y="301752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MOVE 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94960" y="2377440"/>
            <a:ext cx="2926080" cy="50292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5394960" y="2377440"/>
            <a:ext cx="54864" cy="502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5669280" y="23774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Pool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94960" y="3017520"/>
            <a:ext cx="2926080" cy="50292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5394960" y="3017520"/>
            <a:ext cx="54864" cy="5029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5669280" y="30175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94960" y="3657600"/>
            <a:ext cx="2926080" cy="50292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5394960" y="3657600"/>
            <a:ext cx="54864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5669280" y="36576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Tasks</a:t>
            </a:r>
            <a:endParaRPr lang="en-US" sz="1300" dirty="0"/>
          </a:p>
        </p:txBody>
      </p:sp>
      <p:pic>
        <p:nvPicPr>
          <p:cNvPr id="24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17EA3E23-2127-92EC-F101-1103D2A279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843523"/>
            <a:ext cx="5029200" cy="409466"/>
          </a:xfrm>
          <a:prstGeom prst="rect">
            <a:avLst/>
          </a:prstGeom>
        </p:spPr>
      </p:pic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69638E55-3F0D-9C4D-3831-2F2A04041ABC}"/>
              </a:ext>
            </a:extLst>
          </p:cNvPr>
          <p:cNvSpPr/>
          <p:nvPr/>
        </p:nvSpPr>
        <p:spPr>
          <a:xfrm>
            <a:off x="3314007" y="1843523"/>
            <a:ext cx="2050473" cy="399316"/>
          </a:xfrm>
          <a:prstGeom prst="roundRect">
            <a:avLst/>
          </a:prstGeom>
          <a:solidFill>
            <a:srgbClr val="FFFF66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A9142FE1-9F25-C011-59CB-C5DA0CC5E25B}"/>
              </a:ext>
            </a:extLst>
          </p:cNvPr>
          <p:cNvSpPr/>
          <p:nvPr/>
        </p:nvSpPr>
        <p:spPr>
          <a:xfrm>
            <a:off x="5856316" y="1843523"/>
            <a:ext cx="692727" cy="399316"/>
          </a:xfrm>
          <a:prstGeom prst="roundRect">
            <a:avLst/>
          </a:prstGeom>
          <a:solidFill>
            <a:srgbClr val="FFFF66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Shape 19">
            <a:extLst>
              <a:ext uri="{FF2B5EF4-FFF2-40B4-BE49-F238E27FC236}">
                <a16:creationId xmlns:a16="http://schemas.microsoft.com/office/drawing/2014/main" id="{2793FD0D-E6FD-3897-5E3D-2FD578CCE910}"/>
              </a:ext>
            </a:extLst>
          </p:cNvPr>
          <p:cNvSpPr/>
          <p:nvPr/>
        </p:nvSpPr>
        <p:spPr>
          <a:xfrm>
            <a:off x="5394960" y="4321231"/>
            <a:ext cx="2926080" cy="502920"/>
          </a:xfrm>
          <a:prstGeom prst="rect">
            <a:avLst/>
          </a:prstGeom>
          <a:solidFill>
            <a:srgbClr val="2D4A7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0">
            <a:extLst>
              <a:ext uri="{FF2B5EF4-FFF2-40B4-BE49-F238E27FC236}">
                <a16:creationId xmlns:a16="http://schemas.microsoft.com/office/drawing/2014/main" id="{0D407E7D-0372-10AA-6266-C194F68FEB2D}"/>
              </a:ext>
            </a:extLst>
          </p:cNvPr>
          <p:cNvSpPr/>
          <p:nvPr/>
        </p:nvSpPr>
        <p:spPr>
          <a:xfrm>
            <a:off x="5394960" y="4321231"/>
            <a:ext cx="54864" cy="502920"/>
          </a:xfrm>
          <a:prstGeom prst="rect">
            <a:avLst/>
          </a:prstGeom>
          <a:solidFill>
            <a:srgbClr val="00B05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0F53AEF7-4499-4BDA-DDEA-8C30D2256C9A}"/>
              </a:ext>
            </a:extLst>
          </p:cNvPr>
          <p:cNvSpPr/>
          <p:nvPr/>
        </p:nvSpPr>
        <p:spPr>
          <a:xfrm>
            <a:off x="5669280" y="4321231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隨時可進入中斷狀態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828800" cy="1188720"/>
          </a:xfrm>
          <a:prstGeom prst="rect">
            <a:avLst/>
          </a:prstGeom>
          <a:solidFill>
            <a:srgbClr val="1E3A5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82880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工作中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542312" y="173736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&gt;&gt;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00596" y="1556974"/>
            <a:ext cx="1828800" cy="1188720"/>
          </a:xfrm>
          <a:prstGeom prst="rect">
            <a:avLst/>
          </a:prstGeom>
          <a:solidFill>
            <a:srgbClr val="1E3A5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3400596" y="1556974"/>
            <a:ext cx="18288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3400596" y="1694134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INTERRUPT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00596" y="210561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中斷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9171" y="173736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&gt;&gt;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515792" y="1554480"/>
            <a:ext cx="1828800" cy="1188720"/>
          </a:xfrm>
          <a:prstGeom prst="rect">
            <a:avLst/>
          </a:prstGeom>
          <a:solidFill>
            <a:srgbClr val="1E3A5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6515792" y="1554480"/>
            <a:ext cx="1828800" cy="54864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6515792" y="1691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 BOTH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15792" y="2103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紀錄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3200400"/>
            <a:ext cx="73152" cy="3200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中斷也是一種任務，有明確的開始與結束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" y="3657600"/>
            <a:ext cx="73152" cy="3200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91440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中斷結束後，跟其他任務一樣紀錄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4114800"/>
            <a:ext cx="73152" cy="3200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不再因為中斷而打亂整個工作流程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40080" y="4572000"/>
            <a:ext cx="73152" cy="3200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所有的時間都被追蹤，不會消失</a:t>
            </a:r>
            <a:endParaRPr lang="en-US" sz="1400" dirty="0"/>
          </a:p>
        </p:txBody>
      </p:sp>
      <p:pic>
        <p:nvPicPr>
          <p:cNvPr id="32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r>
              <a:rPr lang="en-US" sz="2800" b="1" dirty="0" err="1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種任務類型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73152" cy="1371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914400" y="178308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914400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1645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Task Pool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主任務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46304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4663440" y="1463040"/>
            <a:ext cx="73152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4937760" y="178308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937760" y="1783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760720" y="1645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Scheduled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76072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定時或回調任務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301752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73152" cy="13716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333756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914400" y="3337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73736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Micro Tasks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73736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碎任務</a:t>
            </a:r>
            <a:endParaRPr lang="en-US" sz="1400" dirty="0"/>
          </a:p>
        </p:txBody>
      </p:sp>
      <p:pic>
        <p:nvPicPr>
          <p:cNvPr id="29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任務依條件排入清單供您選擇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任務會依條件自動排入您的任務清單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打開清單，隨時都能挑選一個任務開始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不需要思考「接下來做什麼」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降低認知負擔，專注在執行</a:t>
            </a:r>
            <a:endParaRPr lang="en-US" sz="1600" dirty="0"/>
          </a:p>
        </p:txBody>
      </p:sp>
      <p:pic>
        <p:nvPicPr>
          <p:cNvPr id="6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本機操作 + 雲端同步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3749040" cy="292608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kern="0" spc="6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本機操作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速度快，離線也能使用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749040" cy="292608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754880" y="164592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kern="0" spc="6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754880" y="24688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Drive 同步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29200" y="30175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資料在你自己的雲端硬碟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31920" y="246888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</a:rPr>
              <a:t>⟷</a:t>
            </a:r>
            <a:endParaRPr lang="en-US" sz="2800" dirty="0"/>
          </a:p>
        </p:txBody>
      </p:sp>
      <p:pic>
        <p:nvPicPr>
          <p:cNvPr id="14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可用平台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任何支援現代瀏覽器的設備</a:t>
            </a:r>
            <a:endParaRPr lang="en-US" sz="1800" dirty="0"/>
          </a:p>
        </p:txBody>
      </p:sp>
      <p:pic>
        <p:nvPicPr>
          <p:cNvPr id="6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48056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無須後端的網頁應用程式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理論上可在任何支援現代瀏覽器的設備上運行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不像專門的 APP，無法操縱手機原生功能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但透過各平台的整合方式，可以彌補這個限制</a:t>
            </a:r>
            <a:endParaRPr lang="en-US" sz="1600" dirty="0"/>
          </a:p>
        </p:txBody>
      </p:sp>
      <p:pic>
        <p:nvPicPr>
          <p:cNvPr id="6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0" y="2011680"/>
            <a:ext cx="10972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F172A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6"/>
          <p:cNvSpPr/>
          <p:nvPr/>
        </p:nvSpPr>
        <p:spPr>
          <a:xfrm>
            <a:off x="626364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943600" y="2606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132320" y="2011680"/>
            <a:ext cx="10972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9"/>
          <p:cNvSpPr/>
          <p:nvPr/>
        </p:nvSpPr>
        <p:spPr>
          <a:xfrm>
            <a:off x="7452360" y="210312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0"/>
          <p:cNvSpPr/>
          <p:nvPr/>
        </p:nvSpPr>
        <p:spPr>
          <a:xfrm>
            <a:off x="745236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132320" y="2606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43600" y="3200400"/>
            <a:ext cx="10972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3"/>
          <p:cNvSpPr/>
          <p:nvPr/>
        </p:nvSpPr>
        <p:spPr>
          <a:xfrm>
            <a:off x="6263640" y="32918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4"/>
          <p:cNvSpPr/>
          <p:nvPr/>
        </p:nvSpPr>
        <p:spPr>
          <a:xfrm>
            <a:off x="62636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5943600" y="37947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132320" y="3200400"/>
            <a:ext cx="10972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7"/>
          <p:cNvSpPr/>
          <p:nvPr/>
        </p:nvSpPr>
        <p:spPr>
          <a:xfrm>
            <a:off x="7452360" y="329184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8"/>
          <p:cNvSpPr/>
          <p:nvPr/>
        </p:nvSpPr>
        <p:spPr>
          <a:xfrm>
            <a:off x="74523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132320" y="37947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iPhone 捷徑 &amp; Android API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3840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3840480" cy="4572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透過「捷徑」功能整合手機原生功能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例如：快速新增任務到 Inbox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Shortcuts 可由導讀頁面下載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大部分就是呼叫 API，也可自己寫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840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840480" cy="4572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754880" y="14630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210312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同樣可透過 API 快速到達各功能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歡迎 Android 用戶提供建議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文件可參考導讀頁面</a:t>
            </a:r>
            <a:endParaRPr lang="en-US" sz="1400" dirty="0"/>
          </a:p>
        </p:txBody>
      </p:sp>
      <p:pic>
        <p:nvPicPr>
          <p:cNvPr id="13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桌面用戶：安裝成 PWA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安裝成 PWA，就像一般 APP 一樣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 web+nbl:// 的 URL Schema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可自己寫桌面捷徑來呼叫特定功能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跨平台一致的使用體驗</a:t>
            </a:r>
            <a:endParaRPr lang="en-US" sz="1600" dirty="0"/>
          </a:p>
        </p:txBody>
      </p:sp>
      <p:pic>
        <p:nvPicPr>
          <p:cNvPr id="6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開源軟體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歡迎社群參與和支持</a:t>
            </a:r>
            <a:endParaRPr lang="en-US" sz="1800" dirty="0"/>
          </a:p>
        </p:txBody>
      </p:sp>
      <p:pic>
        <p:nvPicPr>
          <p:cNvPr id="6" name="Image 0" descr="nb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48056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開源專案，歡迎貢獻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13716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914400" y="1554480"/>
            <a:ext cx="7315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82880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86000" y="1828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GitHub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2286000" y="23774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源碼完全開放，歡迎提出問題或貢獻代碼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目前由個人開發維護，非常歡迎社群參與和支持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14400" y="3840480"/>
            <a:ext cx="173736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/>
          <p:cNvSpPr/>
          <p:nvPr/>
        </p:nvSpPr>
        <p:spPr>
          <a:xfrm>
            <a:off x="914400" y="384048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the repo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834640" y="3840480"/>
            <a:ext cx="173736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9"/>
          <p:cNvSpPr/>
          <p:nvPr/>
        </p:nvSpPr>
        <p:spPr>
          <a:xfrm>
            <a:off x="2834640" y="384048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issues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54880" y="3840480"/>
            <a:ext cx="173736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1"/>
          <p:cNvSpPr/>
          <p:nvPr/>
        </p:nvSpPr>
        <p:spPr>
          <a:xfrm>
            <a:off x="4754880" y="384048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PRs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675120" y="3840480"/>
            <a:ext cx="173736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3"/>
          <p:cNvSpPr/>
          <p:nvPr/>
        </p:nvSpPr>
        <p:spPr>
          <a:xfrm>
            <a:off x="6675120" y="384048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Discussions</a:t>
            </a:r>
            <a:endParaRPr lang="en-US" sz="1100" dirty="0"/>
          </a:p>
        </p:txBody>
      </p:sp>
      <p:pic>
        <p:nvPicPr>
          <p:cNvPr id="17" name="Image 1" descr="nb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45720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lustration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0" y="0"/>
            <a:ext cx="9144000" cy="6090047"/>
          </a:xfrm>
          <a:prstGeom prst="rect">
            <a:avLst/>
          </a:prstGeom>
        </p:spPr>
      </p:pic>
      <p:pic>
        <p:nvPicPr>
          <p:cNvPr id="3" name="Image 1" descr="nb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914400"/>
            <a:ext cx="1828800" cy="18288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1440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NonBlockingLife</a:t>
            </a:r>
            <a:endParaRPr lang="en-US" sz="3600" dirty="0"/>
          </a:p>
        </p:txBody>
      </p:sp>
      <p:sp>
        <p:nvSpPr>
          <p:cNvPr id="5" name="Text 1"/>
          <p:cNvSpPr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CD3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把大腦當單執行緒，一次只做一件事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感謝觀看  ❤️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</TotalTime>
  <Words>401</Words>
  <Application>Microsoft Office PowerPoint</Application>
  <PresentationFormat>如螢幕大小 (16:9)</PresentationFormat>
  <Paragraphs>186</Paragraphs>
  <Slides>22</Slides>
  <Notes>22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27" baseType="lpstr">
      <vt:lpstr>Microsoft JhengHei</vt:lpstr>
      <vt:lpstr>Arial</vt:lpstr>
      <vt:lpstr>Arial Black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Young-Chung Hsue</dc:creator>
  <cp:lastModifiedBy>Young-Chung Hsue</cp:lastModifiedBy>
  <cp:revision>1</cp:revision>
  <dcterms:created xsi:type="dcterms:W3CDTF">2026-04-20T02:36:04Z</dcterms:created>
  <dcterms:modified xsi:type="dcterms:W3CDTF">2026-04-21T15:29:45Z</dcterms:modified>
</cp:coreProperties>
</file>