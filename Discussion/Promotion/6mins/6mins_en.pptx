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78" r:id="rId8"/>
    <p:sldId id="283" r:id="rId9"/>
    <p:sldId id="262" r:id="rId10"/>
    <p:sldId id="263" r:id="rId11"/>
    <p:sldId id="279" r:id="rId12"/>
    <p:sldId id="264" r:id="rId13"/>
    <p:sldId id="265" r:id="rId14"/>
    <p:sldId id="266" r:id="rId15"/>
    <p:sldId id="280" r:id="rId16"/>
    <p:sldId id="282" r:id="rId17"/>
    <p:sldId id="281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oung-Chung Hsue" initials="YH" lastIdx="1" clrIdx="0">
    <p:extLst>
      <p:ext uri="{19B8F6BF-5375-455C-9EA6-DF929625EA0E}">
        <p15:presenceInfo xmlns:p15="http://schemas.microsoft.com/office/powerpoint/2012/main" userId="0d39fb11249e9e6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719629-3B8D-4993-B23B-7AADA21A6FEC}" v="1" dt="2026-05-04T03:42:45.3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ung-Chung Hsue" userId="0d39fb11249e9e67" providerId="LiveId" clId="{D7A1D59C-7B18-4C34-9555-3A97645F5337}"/>
    <pc:docChg chg="addSld">
      <pc:chgData name="Young-Chung Hsue" userId="0d39fb11249e9e67" providerId="LiveId" clId="{D7A1D59C-7B18-4C34-9555-3A97645F5337}" dt="2026-04-22T05:26:41.256" v="0" actId="680"/>
      <pc:docMkLst>
        <pc:docMk/>
      </pc:docMkLst>
      <pc:sldChg chg="new">
        <pc:chgData name="Young-Chung Hsue" userId="0d39fb11249e9e67" providerId="LiveId" clId="{D7A1D59C-7B18-4C34-9555-3A97645F5337}" dt="2026-04-22T05:26:41.256" v="0" actId="680"/>
        <pc:sldMkLst>
          <pc:docMk/>
          <pc:sldMk cId="131723448" sldId="278"/>
        </pc:sldMkLst>
      </pc:sldChg>
    </pc:docChg>
  </pc:docChgLst>
  <pc:docChgLst>
    <pc:chgData name="Young-Chung Hsue" userId="0d39fb11249e9e67" providerId="LiveId" clId="{A170C4A5-6498-4AC0-A24E-EBB8A3864606}"/>
    <pc:docChg chg="undo redo custSel mod addSld delSld modSld sldOrd addMainMaster delMainMaster modMainMaster modNotesMaster setSldSz">
      <pc:chgData name="Young-Chung Hsue" userId="0d39fb11249e9e67" providerId="LiveId" clId="{A170C4A5-6498-4AC0-A24E-EBB8A3864606}" dt="2026-05-04T03:46:30.468" v="1769" actId="1440"/>
      <pc:docMkLst>
        <pc:docMk/>
      </pc:docMkLst>
      <pc:sldChg chg="addSp delSp modSp add mod">
        <pc:chgData name="Young-Chung Hsue" userId="0d39fb11249e9e67" providerId="LiveId" clId="{A170C4A5-6498-4AC0-A24E-EBB8A3864606}" dt="2026-05-03T10:17:36.795" v="1748" actId="1076"/>
        <pc:sldMkLst>
          <pc:docMk/>
          <pc:sldMk cId="0" sldId="256"/>
        </pc:sldMkLst>
        <pc:spChg chg="mod">
          <ac:chgData name="Young-Chung Hsue" userId="0d39fb11249e9e67" providerId="LiveId" clId="{A170C4A5-6498-4AC0-A24E-EBB8A3864606}" dt="2026-05-03T10:16:48.903" v="1747" actId="26606"/>
          <ac:spMkLst>
            <pc:docMk/>
            <pc:sldMk cId="0" sldId="256"/>
            <ac:spMk id="7" creationId="{00000000-0000-0000-0000-000000000000}"/>
          </ac:spMkLst>
        </pc:spChg>
        <pc:spChg chg="mod">
          <ac:chgData name="Young-Chung Hsue" userId="0d39fb11249e9e67" providerId="LiveId" clId="{A170C4A5-6498-4AC0-A24E-EBB8A3864606}" dt="2026-05-03T10:16:48.903" v="1747" actId="26606"/>
          <ac:spMkLst>
            <pc:docMk/>
            <pc:sldMk cId="0" sldId="256"/>
            <ac:spMk id="8" creationId="{00000000-0000-0000-0000-000000000000}"/>
          </ac:spMkLst>
        </pc:spChg>
        <pc:picChg chg="add mod">
          <ac:chgData name="Young-Chung Hsue" userId="0d39fb11249e9e67" providerId="LiveId" clId="{A170C4A5-6498-4AC0-A24E-EBB8A3864606}" dt="2026-05-03T10:17:36.795" v="1748" actId="1076"/>
          <ac:picMkLst>
            <pc:docMk/>
            <pc:sldMk cId="0" sldId="256"/>
            <ac:picMk id="10" creationId="{3D8972E1-62F0-F5FD-EEE0-8A79F2053DC4}"/>
          </ac:picMkLst>
        </pc:picChg>
        <pc:picChg chg="add del mod">
          <ac:chgData name="Young-Chung Hsue" userId="0d39fb11249e9e67" providerId="LiveId" clId="{A170C4A5-6498-4AC0-A24E-EBB8A3864606}" dt="2026-05-03T10:07:56.124" v="1737" actId="478"/>
          <ac:picMkLst>
            <pc:docMk/>
            <pc:sldMk cId="0" sldId="256"/>
            <ac:picMk id="11" creationId="{70BFBB03-1979-5A55-AB21-A2F8DAF744EA}"/>
          </ac:picMkLst>
        </pc:picChg>
      </pc:sldChg>
      <pc:sldChg chg="modSp add mod">
        <pc:chgData name="Young-Chung Hsue" userId="0d39fb11249e9e67" providerId="LiveId" clId="{A170C4A5-6498-4AC0-A24E-EBB8A3864606}" dt="2026-05-03T10:16:48.903" v="1747" actId="26606"/>
        <pc:sldMkLst>
          <pc:docMk/>
          <pc:sldMk cId="0" sldId="257"/>
        </pc:sldMkLst>
        <pc:spChg chg="mod">
          <ac:chgData name="Young-Chung Hsue" userId="0d39fb11249e9e67" providerId="LiveId" clId="{A170C4A5-6498-4AC0-A24E-EBB8A3864606}" dt="2026-05-03T10:16:48.903" v="1747" actId="26606"/>
          <ac:spMkLst>
            <pc:docMk/>
            <pc:sldMk cId="0" sldId="257"/>
            <ac:spMk id="4" creationId="{00000000-0000-0000-0000-000000000000}"/>
          </ac:spMkLst>
        </pc:spChg>
        <pc:spChg chg="mod">
          <ac:chgData name="Young-Chung Hsue" userId="0d39fb11249e9e67" providerId="LiveId" clId="{A170C4A5-6498-4AC0-A24E-EBB8A3864606}" dt="2026-05-03T10:16:48.903" v="1747" actId="26606"/>
          <ac:spMkLst>
            <pc:docMk/>
            <pc:sldMk cId="0" sldId="257"/>
            <ac:spMk id="5" creationId="{00000000-0000-0000-0000-000000000000}"/>
          </ac:spMkLst>
        </pc:spChg>
      </pc:sldChg>
      <pc:sldChg chg="addSp modSp add mod addAnim delAnim modAnim">
        <pc:chgData name="Young-Chung Hsue" userId="0d39fb11249e9e67" providerId="LiveId" clId="{A170C4A5-6498-4AC0-A24E-EBB8A3864606}" dt="2026-05-03T10:16:48.903" v="1747" actId="26606"/>
        <pc:sldMkLst>
          <pc:docMk/>
          <pc:sldMk cId="0" sldId="258"/>
        </pc:sldMkLst>
        <pc:spChg chg="mod">
          <ac:chgData name="Young-Chung Hsue" userId="0d39fb11249e9e67" providerId="LiveId" clId="{A170C4A5-6498-4AC0-A24E-EBB8A3864606}" dt="2026-05-03T10:16:48.903" v="1747" actId="26606"/>
          <ac:spMkLst>
            <pc:docMk/>
            <pc:sldMk cId="0" sldId="258"/>
            <ac:spMk id="5" creationId="{00000000-0000-0000-0000-000000000000}"/>
          </ac:spMkLst>
        </pc:spChg>
        <pc:spChg chg="mod">
          <ac:chgData name="Young-Chung Hsue" userId="0d39fb11249e9e67" providerId="LiveId" clId="{A170C4A5-6498-4AC0-A24E-EBB8A3864606}" dt="2026-05-03T10:16:48.903" v="1747" actId="26606"/>
          <ac:spMkLst>
            <pc:docMk/>
            <pc:sldMk cId="0" sldId="258"/>
            <ac:spMk id="6" creationId="{00000000-0000-0000-0000-000000000000}"/>
          </ac:spMkLst>
        </pc:spChg>
        <pc:picChg chg="add mod">
          <ac:chgData name="Young-Chung Hsue" userId="0d39fb11249e9e67" providerId="LiveId" clId="{A170C4A5-6498-4AC0-A24E-EBB8A3864606}" dt="2026-04-21T14:58:12.958" v="231" actId="1038"/>
          <ac:picMkLst>
            <pc:docMk/>
            <pc:sldMk cId="0" sldId="258"/>
            <ac:picMk id="22" creationId="{84E88FF8-62F9-BB42-99C0-73F97F047286}"/>
          </ac:picMkLst>
        </pc:picChg>
        <pc:picChg chg="add mod">
          <ac:chgData name="Young-Chung Hsue" userId="0d39fb11249e9e67" providerId="LiveId" clId="{A170C4A5-6498-4AC0-A24E-EBB8A3864606}" dt="2026-04-21T14:57:57.064" v="220" actId="1076"/>
          <ac:picMkLst>
            <pc:docMk/>
            <pc:sldMk cId="0" sldId="258"/>
            <ac:picMk id="24" creationId="{3B56A79F-3C14-1EEC-7E8D-32083FC7DD90}"/>
          </ac:picMkLst>
        </pc:picChg>
      </pc:sldChg>
      <pc:sldChg chg="addSp modSp add del addAnim delAnim modAnim">
        <pc:chgData name="Young-Chung Hsue" userId="0d39fb11249e9e67" providerId="LiveId" clId="{A170C4A5-6498-4AC0-A24E-EBB8A3864606}" dt="2026-05-03T10:16:48.903" v="1747" actId="26606"/>
        <pc:sldMkLst>
          <pc:docMk/>
          <pc:sldMk cId="0" sldId="259"/>
        </pc:sldMkLst>
        <pc:spChg chg="mod">
          <ac:chgData name="Young-Chung Hsue" userId="0d39fb11249e9e67" providerId="LiveId" clId="{A170C4A5-6498-4AC0-A24E-EBB8A3864606}" dt="2026-04-27T06:31:58.403" v="1563" actId="164"/>
          <ac:spMkLst>
            <pc:docMk/>
            <pc:sldMk cId="0" sldId="259"/>
            <ac:spMk id="9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7T06:31:58.403" v="1563" actId="164"/>
          <ac:spMkLst>
            <pc:docMk/>
            <pc:sldMk cId="0" sldId="259"/>
            <ac:spMk id="10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7T06:31:58.403" v="1563" actId="164"/>
          <ac:spMkLst>
            <pc:docMk/>
            <pc:sldMk cId="0" sldId="259"/>
            <ac:spMk id="11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7T06:32:10.498" v="1564" actId="164"/>
          <ac:spMkLst>
            <pc:docMk/>
            <pc:sldMk cId="0" sldId="259"/>
            <ac:spMk id="12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7T06:32:10.498" v="1564" actId="164"/>
          <ac:spMkLst>
            <pc:docMk/>
            <pc:sldMk cId="0" sldId="259"/>
            <ac:spMk id="13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7T06:32:10.498" v="1564" actId="164"/>
          <ac:spMkLst>
            <pc:docMk/>
            <pc:sldMk cId="0" sldId="259"/>
            <ac:spMk id="14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7T06:32:18.983" v="1565" actId="164"/>
          <ac:spMkLst>
            <pc:docMk/>
            <pc:sldMk cId="0" sldId="259"/>
            <ac:spMk id="15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7T06:32:18.983" v="1565" actId="164"/>
          <ac:spMkLst>
            <pc:docMk/>
            <pc:sldMk cId="0" sldId="259"/>
            <ac:spMk id="16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7T06:32:18.983" v="1565" actId="164"/>
          <ac:spMkLst>
            <pc:docMk/>
            <pc:sldMk cId="0" sldId="259"/>
            <ac:spMk id="17" creationId="{00000000-0000-0000-0000-000000000000}"/>
          </ac:spMkLst>
        </pc:spChg>
        <pc:grpChg chg="add mod">
          <ac:chgData name="Young-Chung Hsue" userId="0d39fb11249e9e67" providerId="LiveId" clId="{A170C4A5-6498-4AC0-A24E-EBB8A3864606}" dt="2026-04-27T06:31:58.403" v="1563" actId="164"/>
          <ac:grpSpMkLst>
            <pc:docMk/>
            <pc:sldMk cId="0" sldId="259"/>
            <ac:grpSpMk id="19" creationId="{4060380F-62BC-38FD-B103-8B27CE7447B1}"/>
          </ac:grpSpMkLst>
        </pc:grpChg>
        <pc:grpChg chg="add mod">
          <ac:chgData name="Young-Chung Hsue" userId="0d39fb11249e9e67" providerId="LiveId" clId="{A170C4A5-6498-4AC0-A24E-EBB8A3864606}" dt="2026-04-27T06:32:10.498" v="1564" actId="164"/>
          <ac:grpSpMkLst>
            <pc:docMk/>
            <pc:sldMk cId="0" sldId="259"/>
            <ac:grpSpMk id="20" creationId="{E397F58D-FA1E-5732-9D21-40B780F63D4E}"/>
          </ac:grpSpMkLst>
        </pc:grpChg>
        <pc:grpChg chg="add mod">
          <ac:chgData name="Young-Chung Hsue" userId="0d39fb11249e9e67" providerId="LiveId" clId="{A170C4A5-6498-4AC0-A24E-EBB8A3864606}" dt="2026-04-27T06:32:18.983" v="1565" actId="164"/>
          <ac:grpSpMkLst>
            <pc:docMk/>
            <pc:sldMk cId="0" sldId="259"/>
            <ac:grpSpMk id="21" creationId="{8518BFCB-9F11-07C9-6335-7A1DA19B7831}"/>
          </ac:grpSpMkLst>
        </pc:grpChg>
      </pc:sldChg>
      <pc:sldChg chg="modSp add mod">
        <pc:chgData name="Young-Chung Hsue" userId="0d39fb11249e9e67" providerId="LiveId" clId="{A170C4A5-6498-4AC0-A24E-EBB8A3864606}" dt="2026-05-03T10:16:48.903" v="1747" actId="26606"/>
        <pc:sldMkLst>
          <pc:docMk/>
          <pc:sldMk cId="0" sldId="260"/>
        </pc:sldMkLst>
        <pc:spChg chg="mod">
          <ac:chgData name="Young-Chung Hsue" userId="0d39fb11249e9e67" providerId="LiveId" clId="{A170C4A5-6498-4AC0-A24E-EBB8A3864606}" dt="2026-05-03T10:16:48.903" v="1747" actId="26606"/>
          <ac:spMkLst>
            <pc:docMk/>
            <pc:sldMk cId="0" sldId="260"/>
            <ac:spMk id="5" creationId="{00000000-0000-0000-0000-000000000000}"/>
          </ac:spMkLst>
        </pc:spChg>
        <pc:spChg chg="mod">
          <ac:chgData name="Young-Chung Hsue" userId="0d39fb11249e9e67" providerId="LiveId" clId="{A170C4A5-6498-4AC0-A24E-EBB8A3864606}" dt="2026-05-03T10:16:48.903" v="1747" actId="26606"/>
          <ac:spMkLst>
            <pc:docMk/>
            <pc:sldMk cId="0" sldId="260"/>
            <ac:spMk id="6" creationId="{00000000-0000-0000-0000-000000000000}"/>
          </ac:spMkLst>
        </pc:spChg>
        <pc:spChg chg="mod">
          <ac:chgData name="Young-Chung Hsue" userId="0d39fb11249e9e67" providerId="LiveId" clId="{A170C4A5-6498-4AC0-A24E-EBB8A3864606}" dt="2026-05-03T10:16:48.903" v="1747" actId="26606"/>
          <ac:spMkLst>
            <pc:docMk/>
            <pc:sldMk cId="0" sldId="260"/>
            <ac:spMk id="9" creationId="{00000000-0000-0000-0000-000000000000}"/>
          </ac:spMkLst>
        </pc:spChg>
        <pc:spChg chg="mod">
          <ac:chgData name="Young-Chung Hsue" userId="0d39fb11249e9e67" providerId="LiveId" clId="{A170C4A5-6498-4AC0-A24E-EBB8A3864606}" dt="2026-05-03T10:16:48.903" v="1747" actId="2660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Young-Chung Hsue" userId="0d39fb11249e9e67" providerId="LiveId" clId="{A170C4A5-6498-4AC0-A24E-EBB8A3864606}" dt="2026-05-03T10:16:48.903" v="1747" actId="2660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Young-Chung Hsue" userId="0d39fb11249e9e67" providerId="LiveId" clId="{A170C4A5-6498-4AC0-A24E-EBB8A3864606}" dt="2026-05-03T10:16:48.903" v="1747" actId="26606"/>
          <ac:spMkLst>
            <pc:docMk/>
            <pc:sldMk cId="0" sldId="260"/>
            <ac:spMk id="15" creationId="{00000000-0000-0000-0000-000000000000}"/>
          </ac:spMkLst>
        </pc:spChg>
      </pc:sldChg>
      <pc:sldChg chg="modSp add mod">
        <pc:chgData name="Young-Chung Hsue" userId="0d39fb11249e9e67" providerId="LiveId" clId="{A170C4A5-6498-4AC0-A24E-EBB8A3864606}" dt="2026-05-03T10:16:48.903" v="1747" actId="26606"/>
        <pc:sldMkLst>
          <pc:docMk/>
          <pc:sldMk cId="0" sldId="261"/>
        </pc:sldMkLst>
        <pc:spChg chg="mod">
          <ac:chgData name="Young-Chung Hsue" userId="0d39fb11249e9e67" providerId="LiveId" clId="{A170C4A5-6498-4AC0-A24E-EBB8A3864606}" dt="2026-05-03T10:16:48.903" v="1747" actId="26606"/>
          <ac:spMkLst>
            <pc:docMk/>
            <pc:sldMk cId="0" sldId="261"/>
            <ac:spMk id="4" creationId="{00000000-0000-0000-0000-000000000000}"/>
          </ac:spMkLst>
        </pc:spChg>
        <pc:spChg chg="mod">
          <ac:chgData name="Young-Chung Hsue" userId="0d39fb11249e9e67" providerId="LiveId" clId="{A170C4A5-6498-4AC0-A24E-EBB8A3864606}" dt="2026-05-03T10:16:48.903" v="1747" actId="26606"/>
          <ac:spMkLst>
            <pc:docMk/>
            <pc:sldMk cId="0" sldId="261"/>
            <ac:spMk id="5" creationId="{00000000-0000-0000-0000-000000000000}"/>
          </ac:spMkLst>
        </pc:spChg>
      </pc:sldChg>
      <pc:sldChg chg="modSp add mod modAnim">
        <pc:chgData name="Young-Chung Hsue" userId="0d39fb11249e9e67" providerId="LiveId" clId="{A170C4A5-6498-4AC0-A24E-EBB8A3864606}" dt="2026-05-03T10:16:48.903" v="1747" actId="26606"/>
        <pc:sldMkLst>
          <pc:docMk/>
          <pc:sldMk cId="0" sldId="262"/>
        </pc:sldMkLst>
        <pc:spChg chg="mod">
          <ac:chgData name="Young-Chung Hsue" userId="0d39fb11249e9e67" providerId="LiveId" clId="{A170C4A5-6498-4AC0-A24E-EBB8A3864606}" dt="2026-05-03T10:16:48.903" v="1747" actId="26606"/>
          <ac:spMkLst>
            <pc:docMk/>
            <pc:sldMk cId="0" sldId="262"/>
            <ac:spMk id="3" creationId="{00000000-0000-0000-0000-000000000000}"/>
          </ac:spMkLst>
        </pc:spChg>
        <pc:spChg chg="mod">
          <ac:chgData name="Young-Chung Hsue" userId="0d39fb11249e9e67" providerId="LiveId" clId="{A170C4A5-6498-4AC0-A24E-EBB8A3864606}" dt="2026-05-03T10:16:48.903" v="1747" actId="26606"/>
          <ac:spMkLst>
            <pc:docMk/>
            <pc:sldMk cId="0" sldId="262"/>
            <ac:spMk id="5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3T08:34:35.052" v="608" actId="1037"/>
          <ac:spMkLst>
            <pc:docMk/>
            <pc:sldMk cId="0" sldId="262"/>
            <ac:spMk id="6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3T08:34:01.577" v="581" actId="1036"/>
          <ac:spMkLst>
            <pc:docMk/>
            <pc:sldMk cId="0" sldId="262"/>
            <ac:spMk id="7" creationId="{00000000-0000-0000-0000-000000000000}"/>
          </ac:spMkLst>
        </pc:spChg>
        <pc:spChg chg="mod">
          <ac:chgData name="Young-Chung Hsue" userId="0d39fb11249e9e67" providerId="LiveId" clId="{A170C4A5-6498-4AC0-A24E-EBB8A3864606}" dt="2026-05-03T10:16:48.903" v="1747" actId="26606"/>
          <ac:spMkLst>
            <pc:docMk/>
            <pc:sldMk cId="0" sldId="262"/>
            <ac:spMk id="8" creationId="{00000000-0000-0000-0000-000000000000}"/>
          </ac:spMkLst>
        </pc:spChg>
        <pc:spChg chg="mod">
          <ac:chgData name="Young-Chung Hsue" userId="0d39fb11249e9e67" providerId="LiveId" clId="{A170C4A5-6498-4AC0-A24E-EBB8A3864606}" dt="2026-05-03T10:16:48.903" v="1747" actId="2660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1T15:02:23.892" v="236" actId="107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Young-Chung Hsue" userId="0d39fb11249e9e67" providerId="LiveId" clId="{A170C4A5-6498-4AC0-A24E-EBB8A3864606}" dt="2026-05-03T10:16:48.903" v="1747" actId="26606"/>
          <ac:spMkLst>
            <pc:docMk/>
            <pc:sldMk cId="0" sldId="262"/>
            <ac:spMk id="12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1T15:02:37.984" v="237" actId="1076"/>
          <ac:spMkLst>
            <pc:docMk/>
            <pc:sldMk cId="0" sldId="262"/>
            <ac:spMk id="13" creationId="{00000000-0000-0000-0000-000000000000}"/>
          </ac:spMkLst>
        </pc:spChg>
        <pc:spChg chg="mod">
          <ac:chgData name="Young-Chung Hsue" userId="0d39fb11249e9e67" providerId="LiveId" clId="{A170C4A5-6498-4AC0-A24E-EBB8A3864606}" dt="2026-05-03T10:16:48.903" v="1747" actId="26606"/>
          <ac:spMkLst>
            <pc:docMk/>
            <pc:sldMk cId="0" sldId="262"/>
            <ac:spMk id="14" creationId="{00000000-0000-0000-0000-000000000000}"/>
          </ac:spMkLst>
        </pc:spChg>
        <pc:spChg chg="mod">
          <ac:chgData name="Young-Chung Hsue" userId="0d39fb11249e9e67" providerId="LiveId" clId="{A170C4A5-6498-4AC0-A24E-EBB8A3864606}" dt="2026-05-03T10:16:48.903" v="1747" actId="26606"/>
          <ac:spMkLst>
            <pc:docMk/>
            <pc:sldMk cId="0" sldId="262"/>
            <ac:spMk id="16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1T15:02:16.182" v="235" actId="1076"/>
          <ac:spMkLst>
            <pc:docMk/>
            <pc:sldMk cId="0" sldId="262"/>
            <ac:spMk id="17" creationId="{00000000-0000-0000-0000-000000000000}"/>
          </ac:spMkLst>
        </pc:spChg>
        <pc:spChg chg="mod">
          <ac:chgData name="Young-Chung Hsue" userId="0d39fb11249e9e67" providerId="LiveId" clId="{A170C4A5-6498-4AC0-A24E-EBB8A3864606}" dt="2026-05-03T10:16:48.903" v="1747" actId="26606"/>
          <ac:spMkLst>
            <pc:docMk/>
            <pc:sldMk cId="0" sldId="262"/>
            <ac:spMk id="18" creationId="{00000000-0000-0000-0000-000000000000}"/>
          </ac:spMkLst>
        </pc:spChg>
      </pc:sldChg>
      <pc:sldChg chg="addSp modSp add mod">
        <pc:chgData name="Young-Chung Hsue" userId="0d39fb11249e9e67" providerId="LiveId" clId="{A170C4A5-6498-4AC0-A24E-EBB8A3864606}" dt="2026-05-03T10:16:48.903" v="1747" actId="26606"/>
        <pc:sldMkLst>
          <pc:docMk/>
          <pc:sldMk cId="0" sldId="263"/>
        </pc:sldMkLst>
        <pc:spChg chg="mod">
          <ac:chgData name="Young-Chung Hsue" userId="0d39fb11249e9e67" providerId="LiveId" clId="{A170C4A5-6498-4AC0-A24E-EBB8A3864606}" dt="2026-05-03T10:16:48.903" v="1747" actId="26606"/>
          <ac:spMkLst>
            <pc:docMk/>
            <pc:sldMk cId="0" sldId="263"/>
            <ac:spMk id="3" creationId="{00000000-0000-0000-0000-000000000000}"/>
          </ac:spMkLst>
        </pc:spChg>
        <pc:spChg chg="mod">
          <ac:chgData name="Young-Chung Hsue" userId="0d39fb11249e9e67" providerId="LiveId" clId="{A170C4A5-6498-4AC0-A24E-EBB8A3864606}" dt="2026-05-03T10:16:48.903" v="1747" actId="26606"/>
          <ac:spMkLst>
            <pc:docMk/>
            <pc:sldMk cId="0" sldId="263"/>
            <ac:spMk id="5" creationId="{00000000-0000-0000-0000-000000000000}"/>
          </ac:spMkLst>
        </pc:spChg>
        <pc:picChg chg="add mod">
          <ac:chgData name="Young-Chung Hsue" userId="0d39fb11249e9e67" providerId="LiveId" clId="{A170C4A5-6498-4AC0-A24E-EBB8A3864606}" dt="2026-04-24T05:50:46.947" v="1123" actId="1076"/>
          <ac:picMkLst>
            <pc:docMk/>
            <pc:sldMk cId="0" sldId="263"/>
            <ac:picMk id="9" creationId="{0799EA04-04EC-4F46-0D6B-16E96826BFD7}"/>
          </ac:picMkLst>
        </pc:picChg>
      </pc:sldChg>
      <pc:sldChg chg="modSp add mod ord">
        <pc:chgData name="Young-Chung Hsue" userId="0d39fb11249e9e67" providerId="LiveId" clId="{A170C4A5-6498-4AC0-A24E-EBB8A3864606}" dt="2026-05-03T10:16:48.903" v="1747" actId="26606"/>
        <pc:sldMkLst>
          <pc:docMk/>
          <pc:sldMk cId="0" sldId="264"/>
        </pc:sldMkLst>
        <pc:spChg chg="mod">
          <ac:chgData name="Young-Chung Hsue" userId="0d39fb11249e9e67" providerId="LiveId" clId="{A170C4A5-6498-4AC0-A24E-EBB8A3864606}" dt="2026-05-03T10:16:48.903" v="1747" actId="26606"/>
          <ac:spMkLst>
            <pc:docMk/>
            <pc:sldMk cId="0" sldId="264"/>
            <ac:spMk id="3" creationId="{00000000-0000-0000-0000-000000000000}"/>
          </ac:spMkLst>
        </pc:spChg>
        <pc:spChg chg="mod">
          <ac:chgData name="Young-Chung Hsue" userId="0d39fb11249e9e67" providerId="LiveId" clId="{A170C4A5-6498-4AC0-A24E-EBB8A3864606}" dt="2026-05-03T10:16:48.903" v="1747" actId="26606"/>
          <ac:spMkLst>
            <pc:docMk/>
            <pc:sldMk cId="0" sldId="264"/>
            <ac:spMk id="5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0T07:49:18.868" v="216" actId="20577"/>
          <ac:spMkLst>
            <pc:docMk/>
            <pc:sldMk cId="0" sldId="264"/>
            <ac:spMk id="7" creationId="{00000000-0000-0000-0000-000000000000}"/>
          </ac:spMkLst>
        </pc:spChg>
        <pc:spChg chg="mod">
          <ac:chgData name="Young-Chung Hsue" userId="0d39fb11249e9e67" providerId="LiveId" clId="{A170C4A5-6498-4AC0-A24E-EBB8A3864606}" dt="2026-05-03T10:16:48.903" v="1747" actId="26606"/>
          <ac:spMkLst>
            <pc:docMk/>
            <pc:sldMk cId="0" sldId="264"/>
            <ac:spMk id="11" creationId="{00000000-0000-0000-0000-000000000000}"/>
          </ac:spMkLst>
        </pc:spChg>
        <pc:spChg chg="mod">
          <ac:chgData name="Young-Chung Hsue" userId="0d39fb11249e9e67" providerId="LiveId" clId="{A170C4A5-6498-4AC0-A24E-EBB8A3864606}" dt="2026-05-03T10:16:48.903" v="1747" actId="26606"/>
          <ac:spMkLst>
            <pc:docMk/>
            <pc:sldMk cId="0" sldId="264"/>
            <ac:spMk id="14" creationId="{00000000-0000-0000-0000-000000000000}"/>
          </ac:spMkLst>
        </pc:spChg>
        <pc:spChg chg="mod">
          <ac:chgData name="Young-Chung Hsue" userId="0d39fb11249e9e67" providerId="LiveId" clId="{A170C4A5-6498-4AC0-A24E-EBB8A3864606}" dt="2026-05-03T10:16:48.903" v="1747" actId="26606"/>
          <ac:spMkLst>
            <pc:docMk/>
            <pc:sldMk cId="0" sldId="264"/>
            <ac:spMk id="17" creationId="{00000000-0000-0000-0000-000000000000}"/>
          </ac:spMkLst>
        </pc:spChg>
        <pc:spChg chg="mod">
          <ac:chgData name="Young-Chung Hsue" userId="0d39fb11249e9e67" providerId="LiveId" clId="{A170C4A5-6498-4AC0-A24E-EBB8A3864606}" dt="2026-05-03T10:16:48.903" v="1747" actId="26606"/>
          <ac:spMkLst>
            <pc:docMk/>
            <pc:sldMk cId="0" sldId="264"/>
            <ac:spMk id="20" creationId="{00000000-0000-0000-0000-000000000000}"/>
          </ac:spMkLst>
        </pc:spChg>
      </pc:sldChg>
      <pc:sldChg chg="addSp delSp modSp add mod ord setBg">
        <pc:chgData name="Young-Chung Hsue" userId="0d39fb11249e9e67" providerId="LiveId" clId="{A170C4A5-6498-4AC0-A24E-EBB8A3864606}" dt="2026-05-04T03:40:47.135" v="1761" actId="1036"/>
        <pc:sldMkLst>
          <pc:docMk/>
          <pc:sldMk cId="0" sldId="265"/>
        </pc:sldMkLst>
        <pc:spChg chg="mod">
          <ac:chgData name="Young-Chung Hsue" userId="0d39fb11249e9e67" providerId="LiveId" clId="{A170C4A5-6498-4AC0-A24E-EBB8A3864606}" dt="2026-05-03T10:16:48.903" v="1747" actId="26606"/>
          <ac:spMkLst>
            <pc:docMk/>
            <pc:sldMk cId="0" sldId="265"/>
            <ac:spMk id="3" creationId="{00000000-0000-0000-0000-000000000000}"/>
          </ac:spMkLst>
        </pc:spChg>
        <pc:spChg chg="mod">
          <ac:chgData name="Young-Chung Hsue" userId="0d39fb11249e9e67" providerId="LiveId" clId="{A170C4A5-6498-4AC0-A24E-EBB8A3864606}" dt="2026-05-04T03:40:47.135" v="1761" actId="1036"/>
          <ac:spMkLst>
            <pc:docMk/>
            <pc:sldMk cId="0" sldId="265"/>
            <ac:spMk id="4" creationId="{00000000-0000-0000-0000-000000000000}"/>
          </ac:spMkLst>
        </pc:spChg>
        <pc:spChg chg="mod">
          <ac:chgData name="Young-Chung Hsue" userId="0d39fb11249e9e67" providerId="LiveId" clId="{A170C4A5-6498-4AC0-A24E-EBB8A3864606}" dt="2026-05-03T10:16:48.903" v="1747" actId="26606"/>
          <ac:spMkLst>
            <pc:docMk/>
            <pc:sldMk cId="0" sldId="265"/>
            <ac:spMk id="5" creationId="{00000000-0000-0000-0000-000000000000}"/>
          </ac:spMkLst>
        </pc:spChg>
        <pc:spChg chg="add mod">
          <ac:chgData name="Young-Chung Hsue" userId="0d39fb11249e9e67" providerId="LiveId" clId="{A170C4A5-6498-4AC0-A24E-EBB8A3864606}" dt="2026-04-24T07:24:11.404" v="1498" actId="13822"/>
          <ac:spMkLst>
            <pc:docMk/>
            <pc:sldMk cId="0" sldId="265"/>
            <ac:spMk id="9" creationId="{4C98E1E6-1408-802E-4901-4E66A7F0AE4B}"/>
          </ac:spMkLst>
        </pc:spChg>
        <pc:spChg chg="mod">
          <ac:chgData name="Young-Chung Hsue" userId="0d39fb11249e9e67" providerId="LiveId" clId="{A170C4A5-6498-4AC0-A24E-EBB8A3864606}" dt="2026-04-23T09:16:22.398" v="982" actId="26606"/>
          <ac:spMkLst>
            <pc:docMk/>
            <pc:sldMk cId="0" sldId="265"/>
            <ac:spMk id="10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1T15:16:26.197" v="439" actId="20577"/>
          <ac:spMkLst>
            <pc:docMk/>
            <pc:sldMk cId="0" sldId="265"/>
            <ac:spMk id="11" creationId="{00000000-0000-0000-0000-000000000000}"/>
          </ac:spMkLst>
        </pc:spChg>
        <pc:spChg chg="mod">
          <ac:chgData name="Young-Chung Hsue" userId="0d39fb11249e9e67" providerId="LiveId" clId="{A170C4A5-6498-4AC0-A24E-EBB8A3864606}" dt="2026-05-03T10:16:48.903" v="1747" actId="26606"/>
          <ac:spMkLst>
            <pc:docMk/>
            <pc:sldMk cId="0" sldId="265"/>
            <ac:spMk id="12" creationId="{00000000-0000-0000-0000-000000000000}"/>
          </ac:spMkLst>
        </pc:spChg>
        <pc:spChg chg="mod">
          <ac:chgData name="Young-Chung Hsue" userId="0d39fb11249e9e67" providerId="LiveId" clId="{A170C4A5-6498-4AC0-A24E-EBB8A3864606}" dt="2026-05-03T10:16:48.903" v="1747" actId="26606"/>
          <ac:spMkLst>
            <pc:docMk/>
            <pc:sldMk cId="0" sldId="265"/>
            <ac:spMk id="13" creationId="{00000000-0000-0000-0000-000000000000}"/>
          </ac:spMkLst>
        </pc:spChg>
        <pc:spChg chg="add mod">
          <ac:chgData name="Young-Chung Hsue" userId="0d39fb11249e9e67" providerId="LiveId" clId="{A170C4A5-6498-4AC0-A24E-EBB8A3864606}" dt="2026-05-03T10:16:48.903" v="1747" actId="26606"/>
          <ac:spMkLst>
            <pc:docMk/>
            <pc:sldMk cId="0" sldId="265"/>
            <ac:spMk id="15" creationId="{D16CF9E5-A35E-8DD9-4407-4FD8A0AAFC78}"/>
          </ac:spMkLst>
        </pc:spChg>
        <pc:spChg chg="add">
          <ac:chgData name="Young-Chung Hsue" userId="0d39fb11249e9e67" providerId="LiveId" clId="{A170C4A5-6498-4AC0-A24E-EBB8A3864606}" dt="2026-04-23T09:16:22.398" v="982" actId="26606"/>
          <ac:spMkLst>
            <pc:docMk/>
            <pc:sldMk cId="0" sldId="265"/>
            <ac:spMk id="21" creationId="{00000000-0000-0000-0000-000000000000}"/>
          </ac:spMkLst>
        </pc:spChg>
        <pc:spChg chg="mod">
          <ac:chgData name="Young-Chung Hsue" userId="0d39fb11249e9e67" providerId="LiveId" clId="{A170C4A5-6498-4AC0-A24E-EBB8A3864606}" dt="2026-05-03T10:16:48.903" v="1747" actId="26606"/>
          <ac:spMkLst>
            <pc:docMk/>
            <pc:sldMk cId="0" sldId="265"/>
            <ac:spMk id="22" creationId="{00000000-0000-0000-0000-000000000000}"/>
          </ac:spMkLst>
        </pc:spChg>
        <pc:spChg chg="add mod">
          <ac:chgData name="Young-Chung Hsue" userId="0d39fb11249e9e67" providerId="LiveId" clId="{A170C4A5-6498-4AC0-A24E-EBB8A3864606}" dt="2026-05-03T10:16:48.903" v="1747" actId="26606"/>
          <ac:spMkLst>
            <pc:docMk/>
            <pc:sldMk cId="0" sldId="265"/>
            <ac:spMk id="25" creationId="{00000000-0000-0000-0000-000000000000}"/>
          </ac:spMkLst>
        </pc:spChg>
        <pc:spChg chg="mod">
          <ac:chgData name="Young-Chung Hsue" userId="0d39fb11249e9e67" providerId="LiveId" clId="{A170C4A5-6498-4AC0-A24E-EBB8A3864606}" dt="2026-05-03T10:16:48.903" v="1747" actId="26606"/>
          <ac:spMkLst>
            <pc:docMk/>
            <pc:sldMk cId="0" sldId="265"/>
            <ac:spMk id="28" creationId="{00000000-0000-0000-0000-000000000000}"/>
          </ac:spMkLst>
        </pc:spChg>
        <pc:spChg chg="add">
          <ac:chgData name="Young-Chung Hsue" userId="0d39fb11249e9e67" providerId="LiveId" clId="{A170C4A5-6498-4AC0-A24E-EBB8A3864606}" dt="2026-04-23T09:16:22.398" v="982" actId="26606"/>
          <ac:spMkLst>
            <pc:docMk/>
            <pc:sldMk cId="0" sldId="265"/>
            <ac:spMk id="30" creationId="{00000000-0000-0000-0000-000000000000}"/>
          </ac:spMkLst>
        </pc:spChg>
        <pc:spChg chg="mod">
          <ac:chgData name="Young-Chung Hsue" userId="0d39fb11249e9e67" providerId="LiveId" clId="{A170C4A5-6498-4AC0-A24E-EBB8A3864606}" dt="2026-05-03T10:16:48.903" v="1747" actId="26606"/>
          <ac:spMkLst>
            <pc:docMk/>
            <pc:sldMk cId="0" sldId="265"/>
            <ac:spMk id="31" creationId="{00000000-0000-0000-0000-000000000000}"/>
          </ac:spMkLst>
        </pc:spChg>
        <pc:spChg chg="add mod">
          <ac:chgData name="Young-Chung Hsue" userId="0d39fb11249e9e67" providerId="LiveId" clId="{A170C4A5-6498-4AC0-A24E-EBB8A3864606}" dt="2026-05-03T10:16:48.903" v="1747" actId="26606"/>
          <ac:spMkLst>
            <pc:docMk/>
            <pc:sldMk cId="0" sldId="265"/>
            <ac:spMk id="34" creationId="{00000000-0000-0000-0000-000000000000}"/>
          </ac:spMkLst>
        </pc:spChg>
        <pc:picChg chg="mod">
          <ac:chgData name="Young-Chung Hsue" userId="0d39fb11249e9e67" providerId="LiveId" clId="{A170C4A5-6498-4AC0-A24E-EBB8A3864606}" dt="2026-04-23T09:18:50.631" v="1011" actId="207"/>
          <ac:picMkLst>
            <pc:docMk/>
            <pc:sldMk cId="0" sldId="265"/>
            <ac:picMk id="6" creationId="{00000000-0000-0000-0000-000000000000}"/>
          </ac:picMkLst>
        </pc:picChg>
      </pc:sldChg>
      <pc:sldChg chg="addSp delSp modSp add del mod ord addAnim delAnim modAnim">
        <pc:chgData name="Young-Chung Hsue" userId="0d39fb11249e9e67" providerId="LiveId" clId="{A170C4A5-6498-4AC0-A24E-EBB8A3864606}" dt="2026-05-04T03:40:37.854" v="1752" actId="1076"/>
        <pc:sldMkLst>
          <pc:docMk/>
          <pc:sldMk cId="0" sldId="266"/>
        </pc:sldMkLst>
        <pc:spChg chg="mod">
          <ac:chgData name="Young-Chung Hsue" userId="0d39fb11249e9e67" providerId="LiveId" clId="{A170C4A5-6498-4AC0-A24E-EBB8A3864606}" dt="2026-04-23T08:57:14.320" v="752" actId="255"/>
          <ac:spMkLst>
            <pc:docMk/>
            <pc:sldMk cId="0" sldId="266"/>
            <ac:spMk id="3" creationId="{00000000-0000-0000-0000-000000000000}"/>
          </ac:spMkLst>
        </pc:spChg>
        <pc:spChg chg="mod">
          <ac:chgData name="Young-Chung Hsue" userId="0d39fb11249e9e67" providerId="LiveId" clId="{A170C4A5-6498-4AC0-A24E-EBB8A3864606}" dt="2026-05-04T03:40:37.854" v="1752" actId="1076"/>
          <ac:spMkLst>
            <pc:docMk/>
            <pc:sldMk cId="0" sldId="266"/>
            <ac:spMk id="4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1T15:05:58.345" v="267" actId="20577"/>
          <ac:spMkLst>
            <pc:docMk/>
            <pc:sldMk cId="0" sldId="266"/>
            <ac:spMk id="7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7T06:34:37.310" v="1570" actId="164"/>
          <ac:spMkLst>
            <pc:docMk/>
            <pc:sldMk cId="0" sldId="266"/>
            <ac:spMk id="9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7T06:34:37.310" v="1570" actId="164"/>
          <ac:spMkLst>
            <pc:docMk/>
            <pc:sldMk cId="0" sldId="266"/>
            <ac:spMk id="10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7T06:34:37.310" v="1570" actId="164"/>
          <ac:spMkLst>
            <pc:docMk/>
            <pc:sldMk cId="0" sldId="266"/>
            <ac:spMk id="11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7T06:34:37.310" v="1570" actId="164"/>
          <ac:spMkLst>
            <pc:docMk/>
            <pc:sldMk cId="0" sldId="266"/>
            <ac:spMk id="12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7T06:34:37.310" v="1570" actId="164"/>
          <ac:spMkLst>
            <pc:docMk/>
            <pc:sldMk cId="0" sldId="266"/>
            <ac:spMk id="13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7T06:34:45.358" v="1571" actId="164"/>
          <ac:spMkLst>
            <pc:docMk/>
            <pc:sldMk cId="0" sldId="266"/>
            <ac:spMk id="14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7T06:34:45.358" v="1571" actId="164"/>
          <ac:spMkLst>
            <pc:docMk/>
            <pc:sldMk cId="0" sldId="266"/>
            <ac:spMk id="20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7T06:34:45.358" v="1571" actId="164"/>
          <ac:spMkLst>
            <pc:docMk/>
            <pc:sldMk cId="0" sldId="266"/>
            <ac:spMk id="21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7T06:34:45.358" v="1571" actId="164"/>
          <ac:spMkLst>
            <pc:docMk/>
            <pc:sldMk cId="0" sldId="266"/>
            <ac:spMk id="22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7T06:34:45.358" v="1571" actId="164"/>
          <ac:spMkLst>
            <pc:docMk/>
            <pc:sldMk cId="0" sldId="266"/>
            <ac:spMk id="23" creationId="{00000000-0000-0000-0000-000000000000}"/>
          </ac:spMkLst>
        </pc:spChg>
        <pc:grpChg chg="add mod">
          <ac:chgData name="Young-Chung Hsue" userId="0d39fb11249e9e67" providerId="LiveId" clId="{A170C4A5-6498-4AC0-A24E-EBB8A3864606}" dt="2026-04-27T06:34:37.310" v="1570" actId="164"/>
          <ac:grpSpMkLst>
            <pc:docMk/>
            <pc:sldMk cId="0" sldId="266"/>
            <ac:grpSpMk id="15" creationId="{CAECD768-20EC-5850-7DC1-0BCA52B0054B}"/>
          </ac:grpSpMkLst>
        </pc:grpChg>
        <pc:grpChg chg="add mod">
          <ac:chgData name="Young-Chung Hsue" userId="0d39fb11249e9e67" providerId="LiveId" clId="{A170C4A5-6498-4AC0-A24E-EBB8A3864606}" dt="2026-04-27T06:34:45.358" v="1571" actId="164"/>
          <ac:grpSpMkLst>
            <pc:docMk/>
            <pc:sldMk cId="0" sldId="266"/>
            <ac:grpSpMk id="16" creationId="{67F80EBA-CF71-7C83-9272-B43325DC4E90}"/>
          </ac:grpSpMkLst>
        </pc:grpChg>
      </pc:sldChg>
      <pc:sldChg chg="addSp modSp add mod">
        <pc:chgData name="Young-Chung Hsue" userId="0d39fb11249e9e67" providerId="LiveId" clId="{A170C4A5-6498-4AC0-A24E-EBB8A3864606}" dt="2026-05-03T10:16:48.903" v="1747" actId="26606"/>
        <pc:sldMkLst>
          <pc:docMk/>
          <pc:sldMk cId="0" sldId="270"/>
        </pc:sldMkLst>
        <pc:spChg chg="mod">
          <ac:chgData name="Young-Chung Hsue" userId="0d39fb11249e9e67" providerId="LiveId" clId="{A170C4A5-6498-4AC0-A24E-EBB8A3864606}" dt="2026-05-03T10:16:48.903" v="1747" actId="26606"/>
          <ac:spMkLst>
            <pc:docMk/>
            <pc:sldMk cId="0" sldId="270"/>
            <ac:spMk id="3" creationId="{00000000-0000-0000-0000-000000000000}"/>
          </ac:spMkLst>
        </pc:spChg>
        <pc:spChg chg="mod">
          <ac:chgData name="Young-Chung Hsue" userId="0d39fb11249e9e67" providerId="LiveId" clId="{A170C4A5-6498-4AC0-A24E-EBB8A3864606}" dt="2026-05-03T10:16:48.903" v="1747" actId="26606"/>
          <ac:spMkLst>
            <pc:docMk/>
            <pc:sldMk cId="0" sldId="270"/>
            <ac:spMk id="7" creationId="{00000000-0000-0000-0000-000000000000}"/>
          </ac:spMkLst>
        </pc:spChg>
        <pc:spChg chg="mod">
          <ac:chgData name="Young-Chung Hsue" userId="0d39fb11249e9e67" providerId="LiveId" clId="{A170C4A5-6498-4AC0-A24E-EBB8A3864606}" dt="2026-05-03T10:16:48.903" v="1747" actId="26606"/>
          <ac:spMkLst>
            <pc:docMk/>
            <pc:sldMk cId="0" sldId="270"/>
            <ac:spMk id="8" creationId="{00000000-0000-0000-0000-000000000000}"/>
          </ac:spMkLst>
        </pc:spChg>
        <pc:spChg chg="mod">
          <ac:chgData name="Young-Chung Hsue" userId="0d39fb11249e9e67" providerId="LiveId" clId="{A170C4A5-6498-4AC0-A24E-EBB8A3864606}" dt="2026-05-03T10:16:48.903" v="1747" actId="26606"/>
          <ac:spMkLst>
            <pc:docMk/>
            <pc:sldMk cId="0" sldId="270"/>
            <ac:spMk id="11" creationId="{00000000-0000-0000-0000-000000000000}"/>
          </ac:spMkLst>
        </pc:spChg>
        <pc:spChg chg="mod">
          <ac:chgData name="Young-Chung Hsue" userId="0d39fb11249e9e67" providerId="LiveId" clId="{A170C4A5-6498-4AC0-A24E-EBB8A3864606}" dt="2026-05-03T10:16:48.903" v="1747" actId="26606"/>
          <ac:spMkLst>
            <pc:docMk/>
            <pc:sldMk cId="0" sldId="270"/>
            <ac:spMk id="12" creationId="{00000000-0000-0000-0000-000000000000}"/>
          </ac:spMkLst>
        </pc:spChg>
        <pc:picChg chg="add mod">
          <ac:chgData name="Young-Chung Hsue" userId="0d39fb11249e9e67" providerId="LiveId" clId="{A170C4A5-6498-4AC0-A24E-EBB8A3864606}" dt="2026-04-24T07:12:06.617" v="1395" actId="1036"/>
          <ac:picMkLst>
            <pc:docMk/>
            <pc:sldMk cId="0" sldId="270"/>
            <ac:picMk id="16" creationId="{44EE9144-5C20-B1F2-DFBE-000B2162FC30}"/>
          </ac:picMkLst>
        </pc:picChg>
      </pc:sldChg>
      <pc:sldChg chg="modSp add mod">
        <pc:chgData name="Young-Chung Hsue" userId="0d39fb11249e9e67" providerId="LiveId" clId="{A170C4A5-6498-4AC0-A24E-EBB8A3864606}" dt="2026-05-03T10:16:48.903" v="1747" actId="26606"/>
        <pc:sldMkLst>
          <pc:docMk/>
          <pc:sldMk cId="0" sldId="271"/>
        </pc:sldMkLst>
        <pc:spChg chg="mod">
          <ac:chgData name="Young-Chung Hsue" userId="0d39fb11249e9e67" providerId="LiveId" clId="{A170C4A5-6498-4AC0-A24E-EBB8A3864606}" dt="2026-05-03T10:16:48.903" v="1747" actId="26606"/>
          <ac:spMkLst>
            <pc:docMk/>
            <pc:sldMk cId="0" sldId="271"/>
            <ac:spMk id="4" creationId="{00000000-0000-0000-0000-000000000000}"/>
          </ac:spMkLst>
        </pc:spChg>
        <pc:spChg chg="mod">
          <ac:chgData name="Young-Chung Hsue" userId="0d39fb11249e9e67" providerId="LiveId" clId="{A170C4A5-6498-4AC0-A24E-EBB8A3864606}" dt="2026-05-03T10:16:48.903" v="1747" actId="26606"/>
          <ac:spMkLst>
            <pc:docMk/>
            <pc:sldMk cId="0" sldId="271"/>
            <ac:spMk id="5" creationId="{00000000-0000-0000-0000-000000000000}"/>
          </ac:spMkLst>
        </pc:spChg>
      </pc:sldChg>
      <pc:sldChg chg="modSp add mod modAnim">
        <pc:chgData name="Young-Chung Hsue" userId="0d39fb11249e9e67" providerId="LiveId" clId="{A170C4A5-6498-4AC0-A24E-EBB8A3864606}" dt="2026-05-04T03:42:45.355" v="1762" actId="20577"/>
        <pc:sldMkLst>
          <pc:docMk/>
          <pc:sldMk cId="0" sldId="272"/>
        </pc:sldMkLst>
        <pc:spChg chg="mod">
          <ac:chgData name="Young-Chung Hsue" userId="0d39fb11249e9e67" providerId="LiveId" clId="{A170C4A5-6498-4AC0-A24E-EBB8A3864606}" dt="2026-05-03T10:16:48.903" v="1747" actId="26606"/>
          <ac:spMkLst>
            <pc:docMk/>
            <pc:sldMk cId="0" sldId="272"/>
            <ac:spMk id="3" creationId="{00000000-0000-0000-0000-000000000000}"/>
          </ac:spMkLst>
        </pc:spChg>
        <pc:spChg chg="mod">
          <ac:chgData name="Young-Chung Hsue" userId="0d39fb11249e9e67" providerId="LiveId" clId="{A170C4A5-6498-4AC0-A24E-EBB8A3864606}" dt="2026-05-04T03:42:45.355" v="1762" actId="20577"/>
          <ac:spMkLst>
            <pc:docMk/>
            <pc:sldMk cId="0" sldId="272"/>
            <ac:spMk id="5" creationId="{00000000-0000-0000-0000-000000000000}"/>
          </ac:spMkLst>
        </pc:spChg>
      </pc:sldChg>
      <pc:sldChg chg="addSp modSp add mod">
        <pc:chgData name="Young-Chung Hsue" userId="0d39fb11249e9e67" providerId="LiveId" clId="{A170C4A5-6498-4AC0-A24E-EBB8A3864606}" dt="2026-05-04T03:44:24.702" v="1764" actId="20577"/>
        <pc:sldMkLst>
          <pc:docMk/>
          <pc:sldMk cId="0" sldId="273"/>
        </pc:sldMkLst>
        <pc:spChg chg="mod">
          <ac:chgData name="Young-Chung Hsue" userId="0d39fb11249e9e67" providerId="LiveId" clId="{A170C4A5-6498-4AC0-A24E-EBB8A3864606}" dt="2026-05-03T10:16:48.903" v="1747" actId="26606"/>
          <ac:spMkLst>
            <pc:docMk/>
            <pc:sldMk cId="0" sldId="273"/>
            <ac:spMk id="3" creationId="{00000000-0000-0000-0000-000000000000}"/>
          </ac:spMkLst>
        </pc:spChg>
        <pc:spChg chg="mod">
          <ac:chgData name="Young-Chung Hsue" userId="0d39fb11249e9e67" providerId="LiveId" clId="{A170C4A5-6498-4AC0-A24E-EBB8A3864606}" dt="2026-05-03T10:16:48.903" v="1747" actId="26606"/>
          <ac:spMkLst>
            <pc:docMk/>
            <pc:sldMk cId="0" sldId="273"/>
            <ac:spMk id="8" creationId="{00000000-0000-0000-0000-000000000000}"/>
          </ac:spMkLst>
        </pc:spChg>
        <pc:spChg chg="mod">
          <ac:chgData name="Young-Chung Hsue" userId="0d39fb11249e9e67" providerId="LiveId" clId="{A170C4A5-6498-4AC0-A24E-EBB8A3864606}" dt="2026-05-04T03:44:24.702" v="1764" actId="20577"/>
          <ac:spMkLst>
            <pc:docMk/>
            <pc:sldMk cId="0" sldId="273"/>
            <ac:spMk id="12" creationId="{00000000-0000-0000-0000-000000000000}"/>
          </ac:spMkLst>
        </pc:spChg>
        <pc:picChg chg="add mod">
          <ac:chgData name="Young-Chung Hsue" userId="0d39fb11249e9e67" providerId="LiveId" clId="{A170C4A5-6498-4AC0-A24E-EBB8A3864606}" dt="2026-05-04T03:43:27.449" v="1763" actId="1076"/>
          <ac:picMkLst>
            <pc:docMk/>
            <pc:sldMk cId="0" sldId="273"/>
            <ac:picMk id="15" creationId="{E173F415-7A4F-48D0-B745-EAE6AEE2163E}"/>
          </ac:picMkLst>
        </pc:picChg>
      </pc:sldChg>
      <pc:sldChg chg="modSp add mod">
        <pc:chgData name="Young-Chung Hsue" userId="0d39fb11249e9e67" providerId="LiveId" clId="{A170C4A5-6498-4AC0-A24E-EBB8A3864606}" dt="2026-05-03T10:16:48.903" v="1747" actId="26606"/>
        <pc:sldMkLst>
          <pc:docMk/>
          <pc:sldMk cId="0" sldId="274"/>
        </pc:sldMkLst>
        <pc:spChg chg="mod">
          <ac:chgData name="Young-Chung Hsue" userId="0d39fb11249e9e67" providerId="LiveId" clId="{A170C4A5-6498-4AC0-A24E-EBB8A3864606}" dt="2026-05-03T10:16:48.903" v="1747" actId="26606"/>
          <ac:spMkLst>
            <pc:docMk/>
            <pc:sldMk cId="0" sldId="274"/>
            <ac:spMk id="3" creationId="{00000000-0000-0000-0000-000000000000}"/>
          </ac:spMkLst>
        </pc:spChg>
        <pc:spChg chg="mod">
          <ac:chgData name="Young-Chung Hsue" userId="0d39fb11249e9e67" providerId="LiveId" clId="{A170C4A5-6498-4AC0-A24E-EBB8A3864606}" dt="2026-05-03T10:16:48.903" v="1747" actId="26606"/>
          <ac:spMkLst>
            <pc:docMk/>
            <pc:sldMk cId="0" sldId="274"/>
            <ac:spMk id="5" creationId="{00000000-0000-0000-0000-000000000000}"/>
          </ac:spMkLst>
        </pc:spChg>
      </pc:sldChg>
      <pc:sldChg chg="modSp add mod">
        <pc:chgData name="Young-Chung Hsue" userId="0d39fb11249e9e67" providerId="LiveId" clId="{A170C4A5-6498-4AC0-A24E-EBB8A3864606}" dt="2026-05-03T10:16:48.903" v="1747" actId="26606"/>
        <pc:sldMkLst>
          <pc:docMk/>
          <pc:sldMk cId="0" sldId="275"/>
        </pc:sldMkLst>
        <pc:spChg chg="mod">
          <ac:chgData name="Young-Chung Hsue" userId="0d39fb11249e9e67" providerId="LiveId" clId="{A170C4A5-6498-4AC0-A24E-EBB8A3864606}" dt="2026-05-03T10:16:48.903" v="1747" actId="26606"/>
          <ac:spMkLst>
            <pc:docMk/>
            <pc:sldMk cId="0" sldId="275"/>
            <ac:spMk id="4" creationId="{00000000-0000-0000-0000-000000000000}"/>
          </ac:spMkLst>
        </pc:spChg>
        <pc:spChg chg="mod">
          <ac:chgData name="Young-Chung Hsue" userId="0d39fb11249e9e67" providerId="LiveId" clId="{A170C4A5-6498-4AC0-A24E-EBB8A3864606}" dt="2026-05-03T10:16:48.903" v="1747" actId="26606"/>
          <ac:spMkLst>
            <pc:docMk/>
            <pc:sldMk cId="0" sldId="275"/>
            <ac:spMk id="5" creationId="{00000000-0000-0000-0000-000000000000}"/>
          </ac:spMkLst>
        </pc:spChg>
      </pc:sldChg>
      <pc:sldChg chg="modSp add mod">
        <pc:chgData name="Young-Chung Hsue" userId="0d39fb11249e9e67" providerId="LiveId" clId="{A170C4A5-6498-4AC0-A24E-EBB8A3864606}" dt="2026-05-03T10:16:48.903" v="1747" actId="26606"/>
        <pc:sldMkLst>
          <pc:docMk/>
          <pc:sldMk cId="0" sldId="276"/>
        </pc:sldMkLst>
        <pc:spChg chg="mod">
          <ac:chgData name="Young-Chung Hsue" userId="0d39fb11249e9e67" providerId="LiveId" clId="{A170C4A5-6498-4AC0-A24E-EBB8A3864606}" dt="2026-05-03T10:16:48.903" v="1747" actId="26606"/>
          <ac:spMkLst>
            <pc:docMk/>
            <pc:sldMk cId="0" sldId="276"/>
            <ac:spMk id="3" creationId="{00000000-0000-0000-0000-000000000000}"/>
          </ac:spMkLst>
        </pc:spChg>
        <pc:spChg chg="mod">
          <ac:chgData name="Young-Chung Hsue" userId="0d39fb11249e9e67" providerId="LiveId" clId="{A170C4A5-6498-4AC0-A24E-EBB8A3864606}" dt="2026-05-03T10:16:48.903" v="1747" actId="26606"/>
          <ac:spMkLst>
            <pc:docMk/>
            <pc:sldMk cId="0" sldId="276"/>
            <ac:spMk id="8" creationId="{00000000-0000-0000-0000-000000000000}"/>
          </ac:spMkLst>
        </pc:spChg>
      </pc:sldChg>
      <pc:sldChg chg="modSp add mod">
        <pc:chgData name="Young-Chung Hsue" userId="0d39fb11249e9e67" providerId="LiveId" clId="{A170C4A5-6498-4AC0-A24E-EBB8A3864606}" dt="2026-05-03T10:16:48.903" v="1747" actId="26606"/>
        <pc:sldMkLst>
          <pc:docMk/>
          <pc:sldMk cId="0" sldId="277"/>
        </pc:sldMkLst>
        <pc:spChg chg="mod">
          <ac:chgData name="Young-Chung Hsue" userId="0d39fb11249e9e67" providerId="LiveId" clId="{A170C4A5-6498-4AC0-A24E-EBB8A3864606}" dt="2026-05-03T10:16:48.903" v="1747" actId="26606"/>
          <ac:spMkLst>
            <pc:docMk/>
            <pc:sldMk cId="0" sldId="277"/>
            <ac:spMk id="5" creationId="{00000000-0000-0000-0000-000000000000}"/>
          </ac:spMkLst>
        </pc:spChg>
        <pc:spChg chg="mod">
          <ac:chgData name="Young-Chung Hsue" userId="0d39fb11249e9e67" providerId="LiveId" clId="{A170C4A5-6498-4AC0-A24E-EBB8A3864606}" dt="2026-05-03T10:16:48.903" v="1747" actId="26606"/>
          <ac:spMkLst>
            <pc:docMk/>
            <pc:sldMk cId="0" sldId="277"/>
            <ac:spMk id="6" creationId="{00000000-0000-0000-0000-000000000000}"/>
          </ac:spMkLst>
        </pc:spChg>
        <pc:picChg chg="mod">
          <ac:chgData name="Young-Chung Hsue" userId="0d39fb11249e9e67" providerId="LiveId" clId="{A170C4A5-6498-4AC0-A24E-EBB8A3864606}" dt="2026-05-03T10:16:48.903" v="1747" actId="26606"/>
          <ac:picMkLst>
            <pc:docMk/>
            <pc:sldMk cId="0" sldId="277"/>
            <ac:picMk id="2" creationId="{00000000-0000-0000-0000-000000000000}"/>
          </ac:picMkLst>
        </pc:picChg>
      </pc:sldChg>
      <pc:sldChg chg="addSp modSp add del mod setBg addAnim delAnim modAnim">
        <pc:chgData name="Young-Chung Hsue" userId="0d39fb11249e9e67" providerId="LiveId" clId="{A170C4A5-6498-4AC0-A24E-EBB8A3864606}" dt="2026-05-03T10:16:48.903" v="1747" actId="26606"/>
        <pc:sldMkLst>
          <pc:docMk/>
          <pc:sldMk cId="131723448" sldId="278"/>
        </pc:sldMkLst>
        <pc:spChg chg="add">
          <ac:chgData name="Young-Chung Hsue" userId="0d39fb11249e9e67" providerId="LiveId" clId="{A170C4A5-6498-4AC0-A24E-EBB8A3864606}" dt="2026-04-23T08:29:04.587" v="549" actId="26606"/>
          <ac:spMkLst>
            <pc:docMk/>
            <pc:sldMk cId="131723448" sldId="278"/>
            <ac:spMk id="4" creationId="{00000000-0000-0000-0000-000000000000}"/>
          </ac:spMkLst>
        </pc:spChg>
        <pc:spChg chg="add mod">
          <ac:chgData name="Young-Chung Hsue" userId="0d39fb11249e9e67" providerId="LiveId" clId="{A170C4A5-6498-4AC0-A24E-EBB8A3864606}" dt="2026-04-23T08:43:57.697" v="624" actId="164"/>
          <ac:spMkLst>
            <pc:docMk/>
            <pc:sldMk cId="131723448" sldId="278"/>
            <ac:spMk id="10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3T08:43:57.697" v="624" actId="164"/>
          <ac:spMkLst>
            <pc:docMk/>
            <pc:sldMk cId="131723448" sldId="278"/>
            <ac:spMk id="11" creationId="{00000000-0000-0000-0000-000000000000}"/>
          </ac:spMkLst>
        </pc:spChg>
        <pc:spChg chg="add mod">
          <ac:chgData name="Young-Chung Hsue" userId="0d39fb11249e9e67" providerId="LiveId" clId="{A170C4A5-6498-4AC0-A24E-EBB8A3864606}" dt="2026-04-23T08:43:57.697" v="624" actId="164"/>
          <ac:spMkLst>
            <pc:docMk/>
            <pc:sldMk cId="131723448" sldId="278"/>
            <ac:spMk id="12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3T08:43:57.697" v="624" actId="164"/>
          <ac:spMkLst>
            <pc:docMk/>
            <pc:sldMk cId="131723448" sldId="278"/>
            <ac:spMk id="13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3T08:43:57.697" v="624" actId="164"/>
          <ac:spMkLst>
            <pc:docMk/>
            <pc:sldMk cId="131723448" sldId="278"/>
            <ac:spMk id="14" creationId="{00000000-0000-0000-0000-000000000000}"/>
          </ac:spMkLst>
        </pc:spChg>
        <pc:spChg chg="add">
          <ac:chgData name="Young-Chung Hsue" userId="0d39fb11249e9e67" providerId="LiveId" clId="{A170C4A5-6498-4AC0-A24E-EBB8A3864606}" dt="2026-04-23T08:29:04.587" v="549" actId="26606"/>
          <ac:spMkLst>
            <pc:docMk/>
            <pc:sldMk cId="131723448" sldId="278"/>
            <ac:spMk id="20" creationId="{00000000-0000-0000-0000-000000000000}"/>
          </ac:spMkLst>
        </pc:spChg>
        <pc:spChg chg="add">
          <ac:chgData name="Young-Chung Hsue" userId="0d39fb11249e9e67" providerId="LiveId" clId="{A170C4A5-6498-4AC0-A24E-EBB8A3864606}" dt="2026-04-23T08:29:04.587" v="549" actId="26606"/>
          <ac:spMkLst>
            <pc:docMk/>
            <pc:sldMk cId="131723448" sldId="278"/>
            <ac:spMk id="21" creationId="{00000000-0000-0000-0000-000000000000}"/>
          </ac:spMkLst>
        </pc:spChg>
        <pc:spChg chg="add">
          <ac:chgData name="Young-Chung Hsue" userId="0d39fb11249e9e67" providerId="LiveId" clId="{A170C4A5-6498-4AC0-A24E-EBB8A3864606}" dt="2026-04-23T08:29:04.587" v="549" actId="26606"/>
          <ac:spMkLst>
            <pc:docMk/>
            <pc:sldMk cId="131723448" sldId="278"/>
            <ac:spMk id="23" creationId="{00000000-0000-0000-0000-000000000000}"/>
          </ac:spMkLst>
        </pc:spChg>
        <pc:spChg chg="add">
          <ac:chgData name="Young-Chung Hsue" userId="0d39fb11249e9e67" providerId="LiveId" clId="{A170C4A5-6498-4AC0-A24E-EBB8A3864606}" dt="2026-04-23T08:29:04.587" v="549" actId="26606"/>
          <ac:spMkLst>
            <pc:docMk/>
            <pc:sldMk cId="131723448" sldId="278"/>
            <ac:spMk id="24" creationId="{00000000-0000-0000-0000-000000000000}"/>
          </ac:spMkLst>
        </pc:spChg>
        <pc:spChg chg="add">
          <ac:chgData name="Young-Chung Hsue" userId="0d39fb11249e9e67" providerId="LiveId" clId="{A170C4A5-6498-4AC0-A24E-EBB8A3864606}" dt="2026-04-23T08:29:04.587" v="549" actId="26606"/>
          <ac:spMkLst>
            <pc:docMk/>
            <pc:sldMk cId="131723448" sldId="278"/>
            <ac:spMk id="31" creationId="{00000000-0000-0000-0000-000000000000}"/>
          </ac:spMkLst>
        </pc:spChg>
        <pc:spChg chg="add">
          <ac:chgData name="Young-Chung Hsue" userId="0d39fb11249e9e67" providerId="LiveId" clId="{A170C4A5-6498-4AC0-A24E-EBB8A3864606}" dt="2026-04-23T08:29:04.587" v="549" actId="26606"/>
          <ac:spMkLst>
            <pc:docMk/>
            <pc:sldMk cId="131723448" sldId="278"/>
            <ac:spMk id="33" creationId="{00000000-0000-0000-0000-000000000000}"/>
          </ac:spMkLst>
        </pc:spChg>
        <pc:spChg chg="add">
          <ac:chgData name="Young-Chung Hsue" userId="0d39fb11249e9e67" providerId="LiveId" clId="{A170C4A5-6498-4AC0-A24E-EBB8A3864606}" dt="2026-04-23T08:29:04.587" v="549" actId="26606"/>
          <ac:spMkLst>
            <pc:docMk/>
            <pc:sldMk cId="131723448" sldId="278"/>
            <ac:spMk id="41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3T08:32:41.202" v="556" actId="20577"/>
          <ac:spMkLst>
            <pc:docMk/>
            <pc:sldMk cId="131723448" sldId="278"/>
            <ac:spMk id="44" creationId="{00000000-0000-0000-0000-000000000000}"/>
          </ac:spMkLst>
        </pc:spChg>
        <pc:grpChg chg="add mod">
          <ac:chgData name="Young-Chung Hsue" userId="0d39fb11249e9e67" providerId="LiveId" clId="{A170C4A5-6498-4AC0-A24E-EBB8A3864606}" dt="2026-04-23T08:43:57.697" v="624" actId="164"/>
          <ac:grpSpMkLst>
            <pc:docMk/>
            <pc:sldMk cId="131723448" sldId="278"/>
            <ac:grpSpMk id="5" creationId="{F41C9E74-0E80-70C8-69DC-0218DE46AA21}"/>
          </ac:grpSpMkLst>
        </pc:grpChg>
      </pc:sldChg>
      <pc:sldChg chg="addSp modSp add del modAnim">
        <pc:chgData name="Young-Chung Hsue" userId="0d39fb11249e9e67" providerId="LiveId" clId="{A170C4A5-6498-4AC0-A24E-EBB8A3864606}" dt="2026-05-03T10:16:48.903" v="1747" actId="26606"/>
        <pc:sldMkLst>
          <pc:docMk/>
          <pc:sldMk cId="510545724" sldId="279"/>
        </pc:sldMkLst>
        <pc:spChg chg="mod">
          <ac:chgData name="Young-Chung Hsue" userId="0d39fb11249e9e67" providerId="LiveId" clId="{A170C4A5-6498-4AC0-A24E-EBB8A3864606}" dt="2026-04-23T08:47:34.041" v="634" actId="164"/>
          <ac:spMkLst>
            <pc:docMk/>
            <pc:sldMk cId="510545724" sldId="279"/>
            <ac:spMk id="20" creationId="{E4307C1C-BECE-29CA-AF2C-A258FFEBDDB8}"/>
          </ac:spMkLst>
        </pc:spChg>
        <pc:spChg chg="mod">
          <ac:chgData name="Young-Chung Hsue" userId="0d39fb11249e9e67" providerId="LiveId" clId="{A170C4A5-6498-4AC0-A24E-EBB8A3864606}" dt="2026-04-23T08:47:34.041" v="634" actId="164"/>
          <ac:spMkLst>
            <pc:docMk/>
            <pc:sldMk cId="510545724" sldId="279"/>
            <ac:spMk id="21" creationId="{6914D0E6-89E2-0A64-66A8-5748530E8ECB}"/>
          </ac:spMkLst>
        </pc:spChg>
        <pc:spChg chg="mod">
          <ac:chgData name="Young-Chung Hsue" userId="0d39fb11249e9e67" providerId="LiveId" clId="{A170C4A5-6498-4AC0-A24E-EBB8A3864606}" dt="2026-04-23T08:47:34.041" v="634" actId="164"/>
          <ac:spMkLst>
            <pc:docMk/>
            <pc:sldMk cId="510545724" sldId="279"/>
            <ac:spMk id="22" creationId="{DC3E69AA-52E0-D628-7CE3-BC96E78C3BCB}"/>
          </ac:spMkLst>
        </pc:spChg>
        <pc:spChg chg="mod">
          <ac:chgData name="Young-Chung Hsue" userId="0d39fb11249e9e67" providerId="LiveId" clId="{A170C4A5-6498-4AC0-A24E-EBB8A3864606}" dt="2026-04-23T08:47:34.041" v="634" actId="164"/>
          <ac:spMkLst>
            <pc:docMk/>
            <pc:sldMk cId="510545724" sldId="279"/>
            <ac:spMk id="23" creationId="{2F8ACB1E-2C59-6139-7AD7-DA00C9A2A724}"/>
          </ac:spMkLst>
        </pc:spChg>
        <pc:spChg chg="mod">
          <ac:chgData name="Young-Chung Hsue" userId="0d39fb11249e9e67" providerId="LiveId" clId="{A170C4A5-6498-4AC0-A24E-EBB8A3864606}" dt="2026-04-23T08:47:34.041" v="634" actId="164"/>
          <ac:spMkLst>
            <pc:docMk/>
            <pc:sldMk cId="510545724" sldId="279"/>
            <ac:spMk id="24" creationId="{CFAE8D3E-FDF2-AD3A-567F-38039C149F33}"/>
          </ac:spMkLst>
        </pc:spChg>
        <pc:spChg chg="mod">
          <ac:chgData name="Young-Chung Hsue" userId="0d39fb11249e9e67" providerId="LiveId" clId="{A170C4A5-6498-4AC0-A24E-EBB8A3864606}" dt="2026-04-23T08:47:53.042" v="635" actId="164"/>
          <ac:spMkLst>
            <pc:docMk/>
            <pc:sldMk cId="510545724" sldId="279"/>
            <ac:spMk id="30" creationId="{01CF4BDC-C797-EBB9-51D8-A6112888392B}"/>
          </ac:spMkLst>
        </pc:spChg>
        <pc:spChg chg="mod">
          <ac:chgData name="Young-Chung Hsue" userId="0d39fb11249e9e67" providerId="LiveId" clId="{A170C4A5-6498-4AC0-A24E-EBB8A3864606}" dt="2026-04-23T08:47:53.042" v="635" actId="164"/>
          <ac:spMkLst>
            <pc:docMk/>
            <pc:sldMk cId="510545724" sldId="279"/>
            <ac:spMk id="31" creationId="{EDD30090-BEA1-16E7-F224-00B94B08D71B}"/>
          </ac:spMkLst>
        </pc:spChg>
        <pc:spChg chg="mod">
          <ac:chgData name="Young-Chung Hsue" userId="0d39fb11249e9e67" providerId="LiveId" clId="{A170C4A5-6498-4AC0-A24E-EBB8A3864606}" dt="2026-04-23T08:47:53.042" v="635" actId="164"/>
          <ac:spMkLst>
            <pc:docMk/>
            <pc:sldMk cId="510545724" sldId="279"/>
            <ac:spMk id="32" creationId="{79579DCA-6FBA-2F7F-E436-8E396E0699FF}"/>
          </ac:spMkLst>
        </pc:spChg>
        <pc:spChg chg="mod">
          <ac:chgData name="Young-Chung Hsue" userId="0d39fb11249e9e67" providerId="LiveId" clId="{A170C4A5-6498-4AC0-A24E-EBB8A3864606}" dt="2026-04-23T08:47:53.042" v="635" actId="164"/>
          <ac:spMkLst>
            <pc:docMk/>
            <pc:sldMk cId="510545724" sldId="279"/>
            <ac:spMk id="33" creationId="{5F4F90B2-9826-98BB-1C0E-628CB3993C8C}"/>
          </ac:spMkLst>
        </pc:spChg>
        <pc:spChg chg="mod">
          <ac:chgData name="Young-Chung Hsue" userId="0d39fb11249e9e67" providerId="LiveId" clId="{A170C4A5-6498-4AC0-A24E-EBB8A3864606}" dt="2026-04-23T08:47:53.042" v="635" actId="164"/>
          <ac:spMkLst>
            <pc:docMk/>
            <pc:sldMk cId="510545724" sldId="279"/>
            <ac:spMk id="34" creationId="{9F544D12-9179-ED62-6114-0BE734284BF4}"/>
          </ac:spMkLst>
        </pc:spChg>
        <pc:spChg chg="mod">
          <ac:chgData name="Young-Chung Hsue" userId="0d39fb11249e9e67" providerId="LiveId" clId="{A170C4A5-6498-4AC0-A24E-EBB8A3864606}" dt="2026-04-23T08:48:08.712" v="636" actId="164"/>
          <ac:spMkLst>
            <pc:docMk/>
            <pc:sldMk cId="510545724" sldId="279"/>
            <ac:spMk id="40" creationId="{0E512E9D-A781-2E02-2F69-8B8F729A1815}"/>
          </ac:spMkLst>
        </pc:spChg>
        <pc:spChg chg="mod">
          <ac:chgData name="Young-Chung Hsue" userId="0d39fb11249e9e67" providerId="LiveId" clId="{A170C4A5-6498-4AC0-A24E-EBB8A3864606}" dt="2026-04-23T08:48:08.712" v="636" actId="164"/>
          <ac:spMkLst>
            <pc:docMk/>
            <pc:sldMk cId="510545724" sldId="279"/>
            <ac:spMk id="41" creationId="{99288BA4-0EA4-F1DF-2947-4D69C04924E4}"/>
          </ac:spMkLst>
        </pc:spChg>
        <pc:spChg chg="mod">
          <ac:chgData name="Young-Chung Hsue" userId="0d39fb11249e9e67" providerId="LiveId" clId="{A170C4A5-6498-4AC0-A24E-EBB8A3864606}" dt="2026-04-23T08:48:08.712" v="636" actId="164"/>
          <ac:spMkLst>
            <pc:docMk/>
            <pc:sldMk cId="510545724" sldId="279"/>
            <ac:spMk id="42" creationId="{A6B2C291-485A-FF5D-D739-6D5807E9F64A}"/>
          </ac:spMkLst>
        </pc:spChg>
        <pc:spChg chg="mod">
          <ac:chgData name="Young-Chung Hsue" userId="0d39fb11249e9e67" providerId="LiveId" clId="{A170C4A5-6498-4AC0-A24E-EBB8A3864606}" dt="2026-04-23T08:48:08.712" v="636" actId="164"/>
          <ac:spMkLst>
            <pc:docMk/>
            <pc:sldMk cId="510545724" sldId="279"/>
            <ac:spMk id="43" creationId="{8DDE564E-53BD-0846-0684-9486FFEF3BA9}"/>
          </ac:spMkLst>
        </pc:spChg>
        <pc:spChg chg="mod">
          <ac:chgData name="Young-Chung Hsue" userId="0d39fb11249e9e67" providerId="LiveId" clId="{A170C4A5-6498-4AC0-A24E-EBB8A3864606}" dt="2026-04-23T08:48:08.712" v="636" actId="164"/>
          <ac:spMkLst>
            <pc:docMk/>
            <pc:sldMk cId="510545724" sldId="279"/>
            <ac:spMk id="44" creationId="{BA7E6EB2-F9A2-A4E8-0D1E-F99637478093}"/>
          </ac:spMkLst>
        </pc:spChg>
        <pc:grpChg chg="add mod">
          <ac:chgData name="Young-Chung Hsue" userId="0d39fb11249e9e67" providerId="LiveId" clId="{A170C4A5-6498-4AC0-A24E-EBB8A3864606}" dt="2026-04-23T08:47:34.041" v="634" actId="164"/>
          <ac:grpSpMkLst>
            <pc:docMk/>
            <pc:sldMk cId="510545724" sldId="279"/>
            <ac:grpSpMk id="5" creationId="{EF50E9EC-7EA1-83A8-FE93-3E80EB34BDA6}"/>
          </ac:grpSpMkLst>
        </pc:grpChg>
        <pc:grpChg chg="add mod">
          <ac:chgData name="Young-Chung Hsue" userId="0d39fb11249e9e67" providerId="LiveId" clId="{A170C4A5-6498-4AC0-A24E-EBB8A3864606}" dt="2026-04-23T08:47:53.042" v="635" actId="164"/>
          <ac:grpSpMkLst>
            <pc:docMk/>
            <pc:sldMk cId="510545724" sldId="279"/>
            <ac:grpSpMk id="6" creationId="{99F94850-1F70-C950-B39B-56042724DE15}"/>
          </ac:grpSpMkLst>
        </pc:grpChg>
        <pc:grpChg chg="add mod">
          <ac:chgData name="Young-Chung Hsue" userId="0d39fb11249e9e67" providerId="LiveId" clId="{A170C4A5-6498-4AC0-A24E-EBB8A3864606}" dt="2026-04-23T08:48:08.712" v="636" actId="164"/>
          <ac:grpSpMkLst>
            <pc:docMk/>
            <pc:sldMk cId="510545724" sldId="279"/>
            <ac:grpSpMk id="7" creationId="{EE66E486-B91C-80D5-69CF-EC2F0601DD97}"/>
          </ac:grpSpMkLst>
        </pc:grpChg>
      </pc:sldChg>
      <pc:sldChg chg="add del modAnim">
        <pc:chgData name="Young-Chung Hsue" userId="0d39fb11249e9e67" providerId="LiveId" clId="{A170C4A5-6498-4AC0-A24E-EBB8A3864606}" dt="2026-05-03T10:16:48.903" v="1747" actId="26606"/>
        <pc:sldMkLst>
          <pc:docMk/>
          <pc:sldMk cId="2157936248" sldId="280"/>
        </pc:sldMkLst>
      </pc:sldChg>
      <pc:sldChg chg="add del modAnim">
        <pc:chgData name="Young-Chung Hsue" userId="0d39fb11249e9e67" providerId="LiveId" clId="{A170C4A5-6498-4AC0-A24E-EBB8A3864606}" dt="2026-05-03T10:16:48.903" v="1747" actId="26606"/>
        <pc:sldMkLst>
          <pc:docMk/>
          <pc:sldMk cId="2061332377" sldId="281"/>
        </pc:sldMkLst>
      </pc:sldChg>
      <pc:sldChg chg="addSp delSp modSp new mod">
        <pc:chgData name="Young-Chung Hsue" userId="0d39fb11249e9e67" providerId="LiveId" clId="{A170C4A5-6498-4AC0-A24E-EBB8A3864606}" dt="2026-05-04T03:46:30.468" v="1769" actId="1440"/>
        <pc:sldMkLst>
          <pc:docMk/>
          <pc:sldMk cId="3518834309" sldId="282"/>
        </pc:sldMkLst>
        <pc:spChg chg="add mod">
          <ac:chgData name="Young-Chung Hsue" userId="0d39fb11249e9e67" providerId="LiveId" clId="{A170C4A5-6498-4AC0-A24E-EBB8A3864606}" dt="2026-04-23T08:55:55.348" v="679"/>
          <ac:spMkLst>
            <pc:docMk/>
            <pc:sldMk cId="3518834309" sldId="282"/>
            <ac:spMk id="2" creationId="{4024247B-95B2-74ED-9F73-249F2ED40386}"/>
          </ac:spMkLst>
        </pc:spChg>
        <pc:spChg chg="mod">
          <ac:chgData name="Young-Chung Hsue" userId="0d39fb11249e9e67" providerId="LiveId" clId="{A170C4A5-6498-4AC0-A24E-EBB8A3864606}" dt="2026-05-03T10:16:48.903" v="1747" actId="26606"/>
          <ac:spMkLst>
            <pc:docMk/>
            <pc:sldMk cId="3518834309" sldId="282"/>
            <ac:spMk id="3" creationId="{61F3D3C6-D33D-C507-0CDC-9059F9EDA294}"/>
          </ac:spMkLst>
        </pc:spChg>
        <pc:spChg chg="add mod">
          <ac:chgData name="Young-Chung Hsue" userId="0d39fb11249e9e67" providerId="LiveId" clId="{A170C4A5-6498-4AC0-A24E-EBB8A3864606}" dt="2026-04-23T08:59:59.103" v="833" actId="20577"/>
          <ac:spMkLst>
            <pc:docMk/>
            <pc:sldMk cId="3518834309" sldId="282"/>
            <ac:spMk id="5" creationId="{F495E2BB-B5ED-A5BC-FDB1-59704F086AFD}"/>
          </ac:spMkLst>
        </pc:spChg>
        <pc:spChg chg="add mod">
          <ac:chgData name="Young-Chung Hsue" userId="0d39fb11249e9e67" providerId="LiveId" clId="{A170C4A5-6498-4AC0-A24E-EBB8A3864606}" dt="2026-05-03T10:16:48.903" v="1747" actId="26606"/>
          <ac:spMkLst>
            <pc:docMk/>
            <pc:sldMk cId="3518834309" sldId="282"/>
            <ac:spMk id="20" creationId="{07EA9B36-30D4-7AD2-9FC8-0E02BE371EB6}"/>
          </ac:spMkLst>
        </pc:spChg>
        <pc:picChg chg="add mod">
          <ac:chgData name="Young-Chung Hsue" userId="0d39fb11249e9e67" providerId="LiveId" clId="{A170C4A5-6498-4AC0-A24E-EBB8A3864606}" dt="2026-05-04T03:46:30.468" v="1769" actId="1440"/>
          <ac:picMkLst>
            <pc:docMk/>
            <pc:sldMk cId="3518834309" sldId="282"/>
            <ac:picMk id="7" creationId="{6ACAAFD8-75E8-5F6F-DE3F-E64EB1CD1181}"/>
          </ac:picMkLst>
        </pc:picChg>
        <pc:picChg chg="add del mod">
          <ac:chgData name="Young-Chung Hsue" userId="0d39fb11249e9e67" providerId="LiveId" clId="{A170C4A5-6498-4AC0-A24E-EBB8A3864606}" dt="2026-05-04T03:46:14.293" v="1765" actId="478"/>
          <ac:picMkLst>
            <pc:docMk/>
            <pc:sldMk cId="3518834309" sldId="282"/>
            <ac:picMk id="22" creationId="{49BDBE43-4030-0C4F-FD6E-0345A943E36F}"/>
          </ac:picMkLst>
        </pc:picChg>
      </pc:sldChg>
      <pc:sldChg chg="addSp delSp modSp add del mod setBg addAnim delAnim modAnim">
        <pc:chgData name="Young-Chung Hsue" userId="0d39fb11249e9e67" providerId="LiveId" clId="{A170C4A5-6498-4AC0-A24E-EBB8A3864606}" dt="2026-05-03T10:20:13.660" v="1749" actId="20577"/>
        <pc:sldMkLst>
          <pc:docMk/>
          <pc:sldMk cId="84684587" sldId="283"/>
        </pc:sldMkLst>
        <pc:spChg chg="mod">
          <ac:chgData name="Young-Chung Hsue" userId="0d39fb11249e9e67" providerId="LiveId" clId="{A170C4A5-6498-4AC0-A24E-EBB8A3864606}" dt="2026-04-27T10:02:17.655" v="1581" actId="20577"/>
          <ac:spMkLst>
            <pc:docMk/>
            <pc:sldMk cId="84684587" sldId="283"/>
            <ac:spMk id="5" creationId="{E336651C-86DA-732F-17F5-6247D1B02CC8}"/>
          </ac:spMkLst>
        </pc:spChg>
        <pc:spChg chg="mod">
          <ac:chgData name="Young-Chung Hsue" userId="0d39fb11249e9e67" providerId="LiveId" clId="{A170C4A5-6498-4AC0-A24E-EBB8A3864606}" dt="2026-05-03T10:20:13.660" v="1749" actId="20577"/>
          <ac:spMkLst>
            <pc:docMk/>
            <pc:sldMk cId="84684587" sldId="283"/>
            <ac:spMk id="6" creationId="{2D66E477-370A-6D7E-9791-48CF70747347}"/>
          </ac:spMkLst>
        </pc:spChg>
        <pc:spChg chg="mod">
          <ac:chgData name="Young-Chung Hsue" userId="0d39fb11249e9e67" providerId="LiveId" clId="{A170C4A5-6498-4AC0-A24E-EBB8A3864606}" dt="2026-04-27T10:03:52.765" v="1630" actId="14100"/>
          <ac:spMkLst>
            <pc:docMk/>
            <pc:sldMk cId="84684587" sldId="283"/>
            <ac:spMk id="7" creationId="{1C629394-B17A-658F-818B-9D794E931657}"/>
          </ac:spMkLst>
        </pc:spChg>
        <pc:spChg chg="mod">
          <ac:chgData name="Young-Chung Hsue" userId="0d39fb11249e9e67" providerId="LiveId" clId="{A170C4A5-6498-4AC0-A24E-EBB8A3864606}" dt="2026-04-27T10:03:58.595" v="1631" actId="14100"/>
          <ac:spMkLst>
            <pc:docMk/>
            <pc:sldMk cId="84684587" sldId="283"/>
            <ac:spMk id="8" creationId="{44745D93-834D-FC94-C8CD-BFC7E9439CC1}"/>
          </ac:spMkLst>
        </pc:spChg>
        <pc:spChg chg="mod">
          <ac:chgData name="Young-Chung Hsue" userId="0d39fb11249e9e67" providerId="LiveId" clId="{A170C4A5-6498-4AC0-A24E-EBB8A3864606}" dt="2026-04-27T10:04:07.760" v="1636" actId="1037"/>
          <ac:spMkLst>
            <pc:docMk/>
            <pc:sldMk cId="84684587" sldId="283"/>
            <ac:spMk id="11" creationId="{DAD58033-6C4C-27FF-C9F5-AB8545423471}"/>
          </ac:spMkLst>
        </pc:spChg>
        <pc:spChg chg="mod">
          <ac:chgData name="Young-Chung Hsue" userId="0d39fb11249e9e67" providerId="LiveId" clId="{A170C4A5-6498-4AC0-A24E-EBB8A3864606}" dt="2026-04-27T10:08:23.786" v="1685" actId="207"/>
          <ac:spMkLst>
            <pc:docMk/>
            <pc:sldMk cId="84684587" sldId="283"/>
            <ac:spMk id="13" creationId="{9C915859-C49E-9ED8-B255-616821978CE4}"/>
          </ac:spMkLst>
        </pc:spChg>
        <pc:spChg chg="mod">
          <ac:chgData name="Young-Chung Hsue" userId="0d39fb11249e9e67" providerId="LiveId" clId="{A170C4A5-6498-4AC0-A24E-EBB8A3864606}" dt="2026-04-27T10:08:50.071" v="1690" actId="20577"/>
          <ac:spMkLst>
            <pc:docMk/>
            <pc:sldMk cId="84684587" sldId="283"/>
            <ac:spMk id="14" creationId="{26D2C65A-1A46-3B5A-AF22-6F4EF9BF2320}"/>
          </ac:spMkLst>
        </pc:spChg>
        <pc:spChg chg="mod topLvl">
          <ac:chgData name="Young-Chung Hsue" userId="0d39fb11249e9e67" providerId="LiveId" clId="{A170C4A5-6498-4AC0-A24E-EBB8A3864606}" dt="2026-04-27T10:09:52.961" v="1729" actId="164"/>
          <ac:spMkLst>
            <pc:docMk/>
            <pc:sldMk cId="84684587" sldId="283"/>
            <ac:spMk id="15" creationId="{3900F23F-2001-42E7-E2EE-53F62420DC1B}"/>
          </ac:spMkLst>
        </pc:spChg>
        <pc:spChg chg="mod topLvl">
          <ac:chgData name="Young-Chung Hsue" userId="0d39fb11249e9e67" providerId="LiveId" clId="{A170C4A5-6498-4AC0-A24E-EBB8A3864606}" dt="2026-04-27T10:09:52.961" v="1729" actId="164"/>
          <ac:spMkLst>
            <pc:docMk/>
            <pc:sldMk cId="84684587" sldId="283"/>
            <ac:spMk id="17" creationId="{7741EC66-1737-88D8-8005-B36C590A6B86}"/>
          </ac:spMkLst>
        </pc:spChg>
        <pc:spChg chg="add mod">
          <ac:chgData name="Young-Chung Hsue" userId="0d39fb11249e9e67" providerId="LiveId" clId="{A170C4A5-6498-4AC0-A24E-EBB8A3864606}" dt="2026-04-27T10:09:52.961" v="1729" actId="164"/>
          <ac:spMkLst>
            <pc:docMk/>
            <pc:sldMk cId="84684587" sldId="283"/>
            <ac:spMk id="25" creationId="{0C982708-71DF-79AC-FBCA-F55C9D972B1B}"/>
          </ac:spMkLst>
        </pc:spChg>
        <pc:spChg chg="add mod">
          <ac:chgData name="Young-Chung Hsue" userId="0d39fb11249e9e67" providerId="LiveId" clId="{A170C4A5-6498-4AC0-A24E-EBB8A3864606}" dt="2026-04-27T10:09:52.961" v="1729" actId="164"/>
          <ac:spMkLst>
            <pc:docMk/>
            <pc:sldMk cId="84684587" sldId="283"/>
            <ac:spMk id="26" creationId="{5FB90B62-1617-C482-8AFB-6A1C71AF8AEB}"/>
          </ac:spMkLst>
        </pc:spChg>
        <pc:grpChg chg="mod">
          <ac:chgData name="Young-Chung Hsue" userId="0d39fb11249e9e67" providerId="LiveId" clId="{A170C4A5-6498-4AC0-A24E-EBB8A3864606}" dt="2026-04-27T10:04:26.770" v="1638" actId="14100"/>
          <ac:grpSpMkLst>
            <pc:docMk/>
            <pc:sldMk cId="84684587" sldId="283"/>
            <ac:grpSpMk id="19" creationId="{83410605-F237-6D96-A58C-6D09020549C7}"/>
          </ac:grpSpMkLst>
        </pc:grpChg>
        <pc:grpChg chg="mod">
          <ac:chgData name="Young-Chung Hsue" userId="0d39fb11249e9e67" providerId="LiveId" clId="{A170C4A5-6498-4AC0-A24E-EBB8A3864606}" dt="2026-04-27T10:07:31.878" v="1684" actId="164"/>
          <ac:grpSpMkLst>
            <pc:docMk/>
            <pc:sldMk cId="84684587" sldId="283"/>
            <ac:grpSpMk id="20" creationId="{1785C10C-CFBF-29FF-67A3-002D41D18301}"/>
          </ac:grpSpMkLst>
        </pc:grpChg>
        <pc:grpChg chg="add mod">
          <ac:chgData name="Young-Chung Hsue" userId="0d39fb11249e9e67" providerId="LiveId" clId="{A170C4A5-6498-4AC0-A24E-EBB8A3864606}" dt="2026-04-27T10:07:31.878" v="1684" actId="164"/>
          <ac:grpSpMkLst>
            <pc:docMk/>
            <pc:sldMk cId="84684587" sldId="283"/>
            <ac:grpSpMk id="23" creationId="{584954B5-9C0B-B146-77EE-08FC4C2BB1A6}"/>
          </ac:grpSpMkLst>
        </pc:grpChg>
        <pc:grpChg chg="add mod">
          <ac:chgData name="Young-Chung Hsue" userId="0d39fb11249e9e67" providerId="LiveId" clId="{A170C4A5-6498-4AC0-A24E-EBB8A3864606}" dt="2026-04-27T10:09:52.961" v="1729" actId="164"/>
          <ac:grpSpMkLst>
            <pc:docMk/>
            <pc:sldMk cId="84684587" sldId="283"/>
            <ac:grpSpMk id="27" creationId="{FCFE7D91-3315-9C5E-7BFA-F2E1BD913BB1}"/>
          </ac:grpSpMkLst>
        </pc:grpChg>
        <pc:picChg chg="add mod">
          <ac:chgData name="Young-Chung Hsue" userId="0d39fb11249e9e67" providerId="LiveId" clId="{A170C4A5-6498-4AC0-A24E-EBB8A3864606}" dt="2026-04-27T10:08:54.337" v="1702" actId="1037"/>
          <ac:picMkLst>
            <pc:docMk/>
            <pc:sldMk cId="84684587" sldId="283"/>
            <ac:picMk id="22" creationId="{2533F72E-93BA-0F08-1EFC-EC31889B24C2}"/>
          </ac:picMkLst>
        </pc:picChg>
      </pc:sldChg>
      <pc:sldMasterChg chg="add addSldLayout">
        <pc:chgData name="Young-Chung Hsue" userId="0d39fb11249e9e67" providerId="LiveId" clId="{A170C4A5-6498-4AC0-A24E-EBB8A3864606}" dt="2026-04-20T05:44:18.989" v="204" actId="26606"/>
        <pc:sldMasterMkLst>
          <pc:docMk/>
          <pc:sldMasterMk cId="0" sldId="2147483648"/>
        </pc:sldMasterMkLst>
        <pc:sldLayoutChg chg="add">
          <pc:chgData name="Young-Chung Hsue" userId="0d39fb11249e9e67" providerId="LiveId" clId="{A170C4A5-6498-4AC0-A24E-EBB8A3864606}" dt="2026-04-20T05:44:18.989" v="204" actId="26606"/>
          <pc:sldLayoutMkLst>
            <pc:docMk/>
            <pc:sldMasterMk cId="0" sldId="2147483648"/>
            <pc:sldLayoutMk cId="0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0769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CFF34-805C-B8C2-3464-A9B9FEE63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451CE7-2A56-973C-966F-9178CEFC84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9BE222-79D9-314F-D368-F6B13DF11B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71878E-FAEE-4B38-6379-A798AC2CD3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6400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4" name="Image 1" descr="nb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731520"/>
            <a:ext cx="1097280" cy="10972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1520" y="19202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NonBlocking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731520" y="246888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Life</a:t>
            </a:r>
            <a:endParaRPr lang="en-US" sz="4000" dirty="0"/>
          </a:p>
        </p:txBody>
      </p:sp>
      <p:sp>
        <p:nvSpPr>
          <p:cNvPr id="7" name="Text 3"/>
          <p:cNvSpPr/>
          <p:nvPr/>
        </p:nvSpPr>
        <p:spPr>
          <a:xfrm>
            <a:off x="731520" y="32004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CD3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Don't Let List Management Become Another Burden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731520" y="3749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Treat your brain as single-threaded — do one thing at a time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3D8972E1-62F0-F5FD-EEE0-8A79F2053D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0814" y="731520"/>
            <a:ext cx="3311571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Pain Points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 you struggle with these too?</a:t>
            </a:r>
            <a:endParaRPr lang="en-US" sz="1800" dirty="0"/>
          </a:p>
        </p:txBody>
      </p:sp>
      <p:pic>
        <p:nvPicPr>
          <p:cNvPr id="6" name="Image 0" descr="nb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48056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640080" y="457200"/>
            <a:ext cx="640080" cy="6400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66928"/>
            <a:ext cx="420624" cy="420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5029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Lists Scattered Across Different Places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My biggest pain point wasn't having no lists — it was that they were scattered across different apps and even devices, each with its own way of managing things. That itself became a burden.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 rot="-300000">
            <a:off x="914400" y="2926080"/>
            <a:ext cx="1463040" cy="731520"/>
          </a:xfrm>
          <a:prstGeom prst="rect">
            <a:avLst/>
          </a:prstGeom>
          <a:solidFill>
            <a:srgbClr val="3B82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/>
          <p:nvPr/>
        </p:nvSpPr>
        <p:spPr>
          <a:xfrm rot="-300000">
            <a:off x="914400" y="29260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App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 rot="180000">
            <a:off x="2560320" y="2743200"/>
            <a:ext cx="1463040" cy="731520"/>
          </a:xfrm>
          <a:prstGeom prst="rect">
            <a:avLst/>
          </a:prstGeom>
          <a:solidFill>
            <a:srgbClr val="0D948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Text 7"/>
          <p:cNvSpPr/>
          <p:nvPr/>
        </p:nvSpPr>
        <p:spPr>
          <a:xfrm rot="180000">
            <a:off x="2560320" y="27432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 rot="-120000">
            <a:off x="4206240" y="3017520"/>
            <a:ext cx="1463040" cy="731520"/>
          </a:xfrm>
          <a:prstGeom prst="rect">
            <a:avLst/>
          </a:prstGeom>
          <a:solidFill>
            <a:srgbClr val="F59E0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Text 9"/>
          <p:cNvSpPr/>
          <p:nvPr/>
        </p:nvSpPr>
        <p:spPr>
          <a:xfrm rot="-120000">
            <a:off x="4206240" y="30175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 rot="240000">
            <a:off x="5852160" y="2834640"/>
            <a:ext cx="1463040" cy="731520"/>
          </a:xfrm>
          <a:prstGeom prst="rect">
            <a:avLst/>
          </a:prstGeom>
          <a:solidFill>
            <a:srgbClr val="EF444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1"/>
          <p:cNvSpPr/>
          <p:nvPr/>
        </p:nvSpPr>
        <p:spPr>
          <a:xfrm rot="240000">
            <a:off x="5852160" y="28346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 rot="-180000">
            <a:off x="1645920" y="3840480"/>
            <a:ext cx="1463040" cy="731520"/>
          </a:xfrm>
          <a:prstGeom prst="rect">
            <a:avLst/>
          </a:prstGeom>
          <a:solidFill>
            <a:srgbClr val="2D4A7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3"/>
          <p:cNvSpPr/>
          <p:nvPr/>
        </p:nvSpPr>
        <p:spPr>
          <a:xfrm rot="-180000">
            <a:off x="1645920" y="38404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 rot="120000">
            <a:off x="5029200" y="3931920"/>
            <a:ext cx="1463040" cy="731520"/>
          </a:xfrm>
          <a:prstGeom prst="rect">
            <a:avLst/>
          </a:prstGeom>
          <a:solidFill>
            <a:srgbClr val="22C55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5"/>
          <p:cNvSpPr/>
          <p:nvPr/>
        </p:nvSpPr>
        <p:spPr>
          <a:xfrm rot="120000">
            <a:off x="5029200" y="39319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Sticky Notes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858000" y="30175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7200" dirty="0"/>
          </a:p>
        </p:txBody>
      </p:sp>
      <p:pic>
        <p:nvPicPr>
          <p:cNvPr id="20" name="Image 1" descr="nbl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4572000"/>
            <a:ext cx="411480" cy="411480"/>
          </a:xfrm>
          <a:prstGeom prst="rect">
            <a:avLst/>
          </a:prstGeom>
        </p:spPr>
      </p:pic>
      <p:pic>
        <p:nvPicPr>
          <p:cNvPr id="22" name="圖形 21" descr="網際網路 以實心填滿">
            <a:extLst>
              <a:ext uri="{FF2B5EF4-FFF2-40B4-BE49-F238E27FC236}">
                <a16:creationId xmlns:a16="http://schemas.microsoft.com/office/drawing/2014/main" id="{84E88FF8-62F9-BB42-99C0-73F97F0472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56127" y="3878895"/>
            <a:ext cx="914400" cy="914400"/>
          </a:xfrm>
          <a:prstGeom prst="rect">
            <a:avLst/>
          </a:prstGeom>
        </p:spPr>
      </p:pic>
      <p:pic>
        <p:nvPicPr>
          <p:cNvPr id="24" name="圖形 23" descr="智慧型手機 以實心填滿">
            <a:extLst>
              <a:ext uri="{FF2B5EF4-FFF2-40B4-BE49-F238E27FC236}">
                <a16:creationId xmlns:a16="http://schemas.microsoft.com/office/drawing/2014/main" id="{3B56A79F-3C14-1EEC-7E8D-32083FC7DD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56673" y="3881655"/>
            <a:ext cx="914400" cy="91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1" grpId="0" animBg="1"/>
      <p:bldP spid="13" grpId="0" animBg="1"/>
      <p:bldP spid="15" grpId="0" animBg="1"/>
      <p:bldP spid="17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640080" y="457200"/>
            <a:ext cx="640080" cy="6400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66928"/>
            <a:ext cx="420624" cy="420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5029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After an Interruption, Can't Get Back on Track</a:t>
            </a:r>
            <a:endParaRPr lang="en-US" sz="260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After every interruption, trying to get back on track, my brain would freeze just deciding which app to open — and I'd usually end up relying on memory or scrolling my phone.</a:t>
            </a:r>
            <a:endParaRPr lang="en-US" sz="1800"/>
          </a:p>
        </p:txBody>
      </p:sp>
      <p:sp>
        <p:nvSpPr>
          <p:cNvPr id="7" name="Shape 4"/>
          <p:cNvSpPr/>
          <p:nvPr/>
        </p:nvSpPr>
        <p:spPr>
          <a:xfrm>
            <a:off x="457200" y="2834640"/>
            <a:ext cx="1737360" cy="1280160"/>
          </a:xfrm>
          <a:prstGeom prst="rect">
            <a:avLst/>
          </a:prstGeom>
          <a:solidFill>
            <a:srgbClr val="0D948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/>
          <p:nvPr/>
        </p:nvSpPr>
        <p:spPr>
          <a:xfrm>
            <a:off x="457200" y="283464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3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FOCUS</a:t>
            </a:r>
            <a:endParaRPr lang="en-US" sz="1100"/>
          </a:p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Focused on Work</a:t>
            </a:r>
            <a:endParaRPr lang="en-US" sz="1100"/>
          </a:p>
        </p:txBody>
      </p: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4060380F-62BC-38FD-B103-8B27CE7447B1}"/>
              </a:ext>
            </a:extLst>
          </p:cNvPr>
          <p:cNvGrpSpPr/>
          <p:nvPr/>
        </p:nvGrpSpPr>
        <p:grpSpPr>
          <a:xfrm>
            <a:off x="2331720" y="2834640"/>
            <a:ext cx="2331720" cy="1280160"/>
            <a:chOff x="2331720" y="2834640"/>
            <a:chExt cx="2331720" cy="1280160"/>
          </a:xfrm>
        </p:grpSpPr>
        <p:sp>
          <p:nvSpPr>
            <p:cNvPr id="9" name="Text 6"/>
            <p:cNvSpPr/>
            <p:nvPr/>
          </p:nvSpPr>
          <p:spPr>
            <a:xfrm>
              <a:off x="2331720" y="3108960"/>
              <a:ext cx="45720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>
                  <a:solidFill>
                    <a:srgbClr val="F59E0B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&gt;&gt;</a:t>
              </a:r>
              <a:endParaRPr lang="en-US" sz="2400"/>
            </a:p>
          </p:txBody>
        </p:sp>
        <p:sp>
          <p:nvSpPr>
            <p:cNvPr id="10" name="Shape 7"/>
            <p:cNvSpPr/>
            <p:nvPr/>
          </p:nvSpPr>
          <p:spPr>
            <a:xfrm>
              <a:off x="2926080" y="2834640"/>
              <a:ext cx="1737360" cy="1280160"/>
            </a:xfrm>
            <a:prstGeom prst="rect">
              <a:avLst/>
            </a:prstGeom>
            <a:solidFill>
              <a:srgbClr val="F59E0B"/>
            </a:solidFill>
            <a:ln/>
            <a:effectLst>
              <a:outerShdw blurRad="762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Text 8"/>
            <p:cNvSpPr/>
            <p:nvPr/>
          </p:nvSpPr>
          <p:spPr>
            <a:xfrm>
              <a:off x="2926080" y="2834640"/>
              <a:ext cx="1737360" cy="12801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kern="0" spc="300">
                  <a:solidFill>
                    <a:srgbClr val="0F172A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INTERRUPT</a:t>
              </a:r>
              <a:endParaRPr lang="en-US" sz="1100"/>
            </a:p>
            <a:p>
              <a:pPr marL="0" indent="0" algn="ctr">
                <a:buNone/>
              </a:pPr>
              <a:r>
                <a:rPr lang="en-US" sz="1500" b="1">
                  <a:solidFill>
                    <a:srgbClr val="0F172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Interrupted!</a:t>
              </a:r>
              <a:endParaRPr lang="en-US" sz="1100"/>
            </a:p>
          </p:txBody>
        </p:sp>
      </p:grp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E397F58D-FA1E-5732-9D21-40B780F63D4E}"/>
              </a:ext>
            </a:extLst>
          </p:cNvPr>
          <p:cNvGrpSpPr/>
          <p:nvPr/>
        </p:nvGrpSpPr>
        <p:grpSpPr>
          <a:xfrm>
            <a:off x="4800600" y="2834640"/>
            <a:ext cx="2331720" cy="1280160"/>
            <a:chOff x="4800600" y="2834640"/>
            <a:chExt cx="2331720" cy="1280160"/>
          </a:xfrm>
        </p:grpSpPr>
        <p:sp>
          <p:nvSpPr>
            <p:cNvPr id="12" name="Text 9"/>
            <p:cNvSpPr/>
            <p:nvPr/>
          </p:nvSpPr>
          <p:spPr>
            <a:xfrm>
              <a:off x="4800600" y="3108960"/>
              <a:ext cx="45720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>
                  <a:solidFill>
                    <a:srgbClr val="F59E0B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&gt;&gt;</a:t>
              </a:r>
              <a:endParaRPr lang="en-US" sz="2400"/>
            </a:p>
          </p:txBody>
        </p:sp>
        <p:sp>
          <p:nvSpPr>
            <p:cNvPr id="13" name="Shape 10"/>
            <p:cNvSpPr/>
            <p:nvPr/>
          </p:nvSpPr>
          <p:spPr>
            <a:xfrm>
              <a:off x="5394960" y="2834640"/>
              <a:ext cx="1737360" cy="1280160"/>
            </a:xfrm>
            <a:prstGeom prst="rect">
              <a:avLst/>
            </a:prstGeom>
            <a:solidFill>
              <a:srgbClr val="EF4444"/>
            </a:solidFill>
            <a:ln/>
            <a:effectLst>
              <a:outerShdw blurRad="762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Text 11"/>
            <p:cNvSpPr/>
            <p:nvPr/>
          </p:nvSpPr>
          <p:spPr>
            <a:xfrm>
              <a:off x="5394960" y="2834640"/>
              <a:ext cx="1737360" cy="12801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kern="0" spc="30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STUCK</a:t>
              </a:r>
              <a:endParaRPr lang="en-US" sz="1100"/>
            </a:p>
            <a:p>
              <a:pPr marL="0" indent="0" algn="ctr">
                <a:buNone/>
              </a:pPr>
              <a:r>
                <a:rPr lang="en-US" sz="1500" b="1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Which App to Open?</a:t>
              </a:r>
              <a:endParaRPr lang="en-US" sz="1100"/>
            </a:p>
          </p:txBody>
        </p:sp>
      </p:grp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8518BFCB-9F11-07C9-6335-7A1DA19B7831}"/>
              </a:ext>
            </a:extLst>
          </p:cNvPr>
          <p:cNvGrpSpPr/>
          <p:nvPr/>
        </p:nvGrpSpPr>
        <p:grpSpPr>
          <a:xfrm>
            <a:off x="7269480" y="2834640"/>
            <a:ext cx="1600200" cy="1280160"/>
            <a:chOff x="7269480" y="2834640"/>
            <a:chExt cx="1600200" cy="1280160"/>
          </a:xfrm>
        </p:grpSpPr>
        <p:sp>
          <p:nvSpPr>
            <p:cNvPr id="15" name="Text 12"/>
            <p:cNvSpPr/>
            <p:nvPr/>
          </p:nvSpPr>
          <p:spPr>
            <a:xfrm>
              <a:off x="7269480" y="3108960"/>
              <a:ext cx="45720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>
                  <a:solidFill>
                    <a:srgbClr val="F59E0B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&gt;&gt;</a:t>
              </a:r>
              <a:endParaRPr lang="en-US" sz="2400"/>
            </a:p>
          </p:txBody>
        </p:sp>
        <p:sp>
          <p:nvSpPr>
            <p:cNvPr id="16" name="Shape 13"/>
            <p:cNvSpPr/>
            <p:nvPr/>
          </p:nvSpPr>
          <p:spPr>
            <a:xfrm>
              <a:off x="7863840" y="2834640"/>
              <a:ext cx="1005840" cy="1280160"/>
            </a:xfrm>
            <a:prstGeom prst="rect">
              <a:avLst/>
            </a:prstGeom>
            <a:solidFill>
              <a:srgbClr val="334155"/>
            </a:solidFill>
            <a:ln/>
            <a:effectLst>
              <a:outerShdw blurRad="762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7" name="Text 14"/>
            <p:cNvSpPr/>
            <p:nvPr/>
          </p:nvSpPr>
          <p:spPr>
            <a:xfrm>
              <a:off x="7863840" y="2834640"/>
              <a:ext cx="1005840" cy="12801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Scrolling Phone</a:t>
              </a:r>
              <a:endParaRPr lang="en-US" sz="1300"/>
            </a:p>
          </p:txBody>
        </p:sp>
      </p:grpSp>
      <p:pic>
        <p:nvPicPr>
          <p:cNvPr id="18" name="Image 1" descr="nbl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457200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640080" y="457200"/>
            <a:ext cx="640080" cy="6400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66928"/>
            <a:ext cx="420624" cy="420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5029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Busy All Day, but Can't Tell Where the Time Went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err="1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 result: a day full of busyness and exhaustion, but at night you can't recall where the time actually went</a:t>
            </a:r>
            <a:r>
              <a:rPr lang="en-US" sz="180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.</a:t>
            </a:r>
            <a:r>
              <a:rPr lang="zh-TW" altLang="en-US" sz="180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And you keep regretting forgetting important things to do.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914400" y="2651760"/>
            <a:ext cx="32004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8" name="Shape 5"/>
          <p:cNvSpPr/>
          <p:nvPr/>
        </p:nvSpPr>
        <p:spPr>
          <a:xfrm>
            <a:off x="914400" y="2651760"/>
            <a:ext cx="320040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6"/>
          <p:cNvSpPr/>
          <p:nvPr/>
        </p:nvSpPr>
        <p:spPr>
          <a:xfrm>
            <a:off x="914400" y="2651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Morning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97280" y="320040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"So much to do today!"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b="1">
                <a:solidFill>
                  <a:srgbClr val="0D9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Full of Energy</a:t>
            </a:r>
            <a:endParaRPr lang="en-US" sz="1400" dirty="0"/>
          </a:p>
          <a:p>
            <a:pPr marL="0" indent="0">
              <a:buNone/>
            </a:pPr>
            <a:r>
              <a:rPr lang="en-US" sz="130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Busy busy busy</a:t>
            </a:r>
            <a:r>
              <a:rPr lang="en-US" sz="13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...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114800" y="3200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5029200" y="2651760"/>
            <a:ext cx="32004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0"/>
          <p:cNvSpPr/>
          <p:nvPr/>
        </p:nvSpPr>
        <p:spPr>
          <a:xfrm>
            <a:off x="5029200" y="2651760"/>
            <a:ext cx="3200400" cy="4572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1"/>
          <p:cNvSpPr/>
          <p:nvPr/>
        </p:nvSpPr>
        <p:spPr>
          <a:xfrm>
            <a:off x="5029200" y="2651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Evening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212080" y="320040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"What did I actually do today?"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b="1">
                <a:solidFill>
                  <a:srgbClr val="EF44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Can't Remember at All</a:t>
            </a:r>
            <a:endParaRPr lang="en-US" sz="1400" dirty="0"/>
          </a:p>
          <a:p>
            <a:pPr marL="0" indent="0">
              <a:buNone/>
            </a:pPr>
            <a:r>
              <a:rPr lang="en-US" sz="130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Where did the time go...?</a:t>
            </a:r>
            <a:endParaRPr lang="en-US" sz="1400" dirty="0"/>
          </a:p>
        </p:txBody>
      </p:sp>
      <p:pic>
        <p:nvPicPr>
          <p:cNvPr id="16" name="Image 1" descr="nbl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457200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Core Concepts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 </a:t>
            </a:r>
            <a:r>
              <a:rPr lang="en-US" sz="18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NonBlockingLife </a:t>
            </a:r>
            <a:r>
              <a:rPr lang="en-US" sz="180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Solution</a:t>
            </a:r>
            <a:endParaRPr lang="en-US" sz="1800" dirty="0"/>
          </a:p>
        </p:txBody>
      </p:sp>
      <p:pic>
        <p:nvPicPr>
          <p:cNvPr id="6" name="Image 0" descr="nb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48056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3" name="Title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zh-TW" sz="24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</a:rPr>
              <a:t>Pain Points → Solution Overview</a:t>
            </a:r>
          </a:p>
        </p:txBody>
      </p:sp>
      <p:sp>
        <p:nvSpPr>
          <p:cNvPr id="4" name="Subtitle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sz="120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</a:rPr>
              <a:t>Four Core Solutions of NonBlockingLife</a:t>
            </a: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F41C9E74-0E80-70C8-69DC-0218DE46AA21}"/>
              </a:ext>
            </a:extLst>
          </p:cNvPr>
          <p:cNvGrpSpPr/>
          <p:nvPr/>
        </p:nvGrpSpPr>
        <p:grpSpPr>
          <a:xfrm>
            <a:off x="457200" y="960120"/>
            <a:ext cx="8229600" cy="822960"/>
            <a:chOff x="457200" y="960120"/>
            <a:chExt cx="8229600" cy="822960"/>
          </a:xfrm>
        </p:grpSpPr>
        <p:sp>
          <p:nvSpPr>
            <p:cNvPr id="10" name="Row1BG"/>
            <p:cNvSpPr/>
            <p:nvPr/>
          </p:nvSpPr>
          <p:spPr>
            <a:xfrm>
              <a:off x="457200" y="960120"/>
              <a:ext cx="8229600" cy="822960"/>
            </a:xfrm>
            <a:prstGeom prst="roundRect">
              <a:avLst>
                <a:gd name="adj" fmla="val 8000"/>
              </a:avLst>
            </a:prstGeom>
            <a:solidFill>
              <a:srgbClr val="1E1A0F">
                <a:alpha val="80000"/>
              </a:srgbClr>
            </a:solidFill>
            <a:ln w="12700">
              <a:solidFill>
                <a:srgbClr val="F59E0B">
                  <a:alpha val="40000"/>
                </a:srgbClr>
              </a:solidFill>
            </a:ln>
          </p:spPr>
          <p:txBody>
            <a:bodyPr/>
            <a:lstStyle/>
            <a:p>
              <a:endParaRPr lang="zh-TW"/>
            </a:p>
          </p:txBody>
        </p:sp>
        <p:sp>
          <p:nvSpPr>
            <p:cNvPr id="11" name="Row1Num"/>
            <p:cNvSpPr/>
            <p:nvPr/>
          </p:nvSpPr>
          <p:spPr>
            <a:xfrm>
              <a:off x="548640" y="1097280"/>
              <a:ext cx="411480" cy="548640"/>
            </a:xfrm>
            <a:prstGeom prst="roundRect">
              <a:avLst>
                <a:gd name="adj" fmla="val 16667"/>
              </a:avLst>
            </a:prstGeom>
            <a:solidFill>
              <a:srgbClr val="F59E0B"/>
            </a:solidFill>
            <a:ln w="0">
              <a:noFill/>
            </a:ln>
          </p:spPr>
          <p:txBody>
            <a:bodyPr wrap="square" rtlCol="0" anchor="ctr"/>
            <a:lstStyle/>
            <a:p>
              <a:pPr algn="ctr">
                <a:buNone/>
              </a:pPr>
              <a:r>
                <a:rPr lang="en-US" sz="2000" b="1">
                  <a:solidFill>
                    <a:srgbClr val="0F172A"/>
                  </a:solidFill>
                  <a:latin typeface="Arial Black"/>
                </a:rPr>
                <a:t>1</a:t>
              </a:r>
            </a:p>
          </p:txBody>
        </p:sp>
        <p:sp>
          <p:nvSpPr>
            <p:cNvPr id="12" name="Row1Pain"/>
            <p:cNvSpPr/>
            <p:nvPr/>
          </p:nvSpPr>
          <p:spPr>
            <a:xfrm>
              <a:off x="1051560" y="1005840"/>
              <a:ext cx="21945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1440" tIns="45720" rIns="91440" bIns="45720" rtlCol="0" anchor="ctr"/>
            <a:lstStyle/>
            <a:p>
              <a:pPr marL="0" indent="0">
                <a:buNone/>
              </a:pPr>
              <a:r>
                <a:rPr lang="zh-TW" sz="1400" b="1">
                  <a:solidFill>
                    <a:srgbClr val="F59E0B"/>
                  </a:solidFill>
                  <a:latin typeface="Microsoft JhengHei" pitchFamily="34" charset="0"/>
                  <a:ea typeface="Microsoft JhengHei" pitchFamily="34" charset="-122"/>
                </a:rPr>
                <a:t>Lists Scattered Everywhere</a:t>
              </a:r>
            </a:p>
          </p:txBody>
        </p:sp>
        <p:sp>
          <p:nvSpPr>
            <p:cNvPr id="13" name="Row1Arrow"/>
            <p:cNvSpPr/>
            <p:nvPr/>
          </p:nvSpPr>
          <p:spPr>
            <a:xfrm>
              <a:off x="3246120" y="1005840"/>
              <a:ext cx="3657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 anchor="ctr"/>
            <a:lstStyle/>
            <a:p>
              <a:pPr algn="ctr">
                <a:buNone/>
              </a:pPr>
              <a:r>
                <a:rPr lang="en-US" sz="1600">
                  <a:solidFill>
                    <a:srgbClr val="F59E0B"/>
                  </a:solidFill>
                  <a:latin typeface="Arial"/>
                </a:rPr>
                <a:t>→</a:t>
              </a:r>
            </a:p>
          </p:txBody>
        </p:sp>
        <p:sp>
          <p:nvSpPr>
            <p:cNvPr id="14" name="Row1Sol"/>
            <p:cNvSpPr/>
            <p:nvPr/>
          </p:nvSpPr>
          <p:spPr>
            <a:xfrm>
              <a:off x="3611880" y="1005840"/>
              <a:ext cx="49377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1440" tIns="45720" rIns="91440" bIns="45720" rtlCol="0" anchor="ctr"/>
            <a:lstStyle/>
            <a:p>
              <a:pPr marL="0" indent="0">
                <a:buNone/>
              </a:pPr>
              <a:r>
                <a:rPr lang="zh-TW" sz="1200" b="1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</a:rPr>
                <a:t>Control Center + Candidates Page</a:t>
              </a:r>
            </a:p>
            <a:p>
              <a:pPr marL="0" indent="0">
                <a:buNone/>
              </a:pPr>
              <a:r>
                <a:rPr lang="zh-TW" sz="1050">
                  <a:solidFill>
                    <a:srgbClr val="CBD5E1"/>
                  </a:solidFill>
                  <a:latin typeface="Microsoft JhengHei" pitchFamily="34" charset="0"/>
                  <a:ea typeface="Microsoft JhengHei" pitchFamily="34" charset="-122"/>
                </a:rPr>
                <a:t>Single window, auto-lists tasks, quickly decide and start working</a:t>
              </a:r>
            </a:p>
          </p:txBody>
        </p:sp>
      </p:grpSp>
      <p:sp>
        <p:nvSpPr>
          <p:cNvPr id="20" name="Row2BG"/>
          <p:cNvSpPr/>
          <p:nvPr/>
        </p:nvSpPr>
        <p:spPr>
          <a:xfrm>
            <a:off x="457200" y="1874520"/>
            <a:ext cx="8229600" cy="822960"/>
          </a:xfrm>
          <a:prstGeom prst="roundRect">
            <a:avLst>
              <a:gd name="adj" fmla="val 8000"/>
            </a:avLst>
          </a:prstGeom>
          <a:solidFill>
            <a:srgbClr val="0F1E2A">
              <a:alpha val="80000"/>
            </a:srgbClr>
          </a:solidFill>
          <a:ln w="12700">
            <a:solidFill>
              <a:srgbClr val="06B6D4">
                <a:alpha val="40000"/>
              </a:srgbClr>
            </a:solidFill>
          </a:ln>
        </p:spPr>
        <p:txBody>
          <a:bodyPr/>
          <a:lstStyle/>
          <a:p>
            <a:endParaRPr lang="zh-TW"/>
          </a:p>
        </p:txBody>
      </p:sp>
      <p:sp>
        <p:nvSpPr>
          <p:cNvPr id="21" name="Row2Num"/>
          <p:cNvSpPr/>
          <p:nvPr/>
        </p:nvSpPr>
        <p:spPr>
          <a:xfrm>
            <a:off x="548640" y="2011680"/>
            <a:ext cx="411480" cy="548640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 w="0"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2000" b="1">
                <a:solidFill>
                  <a:srgbClr val="0F172A"/>
                </a:solidFill>
                <a:latin typeface="Arial Black"/>
              </a:rPr>
              <a:t>2</a:t>
            </a:r>
          </a:p>
        </p:txBody>
      </p:sp>
      <p:sp>
        <p:nvSpPr>
          <p:cNvPr id="22" name="Row2Pain"/>
          <p:cNvSpPr/>
          <p:nvPr/>
        </p:nvSpPr>
        <p:spPr>
          <a:xfrm>
            <a:off x="1051560" y="1920240"/>
            <a:ext cx="2194560" cy="73152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zh-TW" sz="1400" b="1">
                <a:solidFill>
                  <a:srgbClr val="06B6D4"/>
                </a:solidFill>
                <a:latin typeface="Microsoft JhengHei" pitchFamily="34" charset="0"/>
                <a:ea typeface="Microsoft JhengHei" pitchFamily="34" charset="-122"/>
              </a:rPr>
              <a:t>Can't Get Back After Interruptions</a:t>
            </a:r>
          </a:p>
        </p:txBody>
      </p:sp>
      <p:sp>
        <p:nvSpPr>
          <p:cNvPr id="23" name="Row2Arrow"/>
          <p:cNvSpPr/>
          <p:nvPr/>
        </p:nvSpPr>
        <p:spPr>
          <a:xfrm>
            <a:off x="3246120" y="1920240"/>
            <a:ext cx="365760" cy="731520"/>
          </a:xfrm>
          <a:prstGeom prst="rect">
            <a:avLst/>
          </a:prstGeom>
          <a:noFill/>
          <a:ln w="0"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1600">
                <a:solidFill>
                  <a:srgbClr val="06B6D4"/>
                </a:solidFill>
                <a:latin typeface="Arial"/>
              </a:rPr>
              <a:t>→</a:t>
            </a:r>
          </a:p>
        </p:txBody>
      </p:sp>
      <p:sp>
        <p:nvSpPr>
          <p:cNvPr id="24" name="Row2Sol"/>
          <p:cNvSpPr/>
          <p:nvPr/>
        </p:nvSpPr>
        <p:spPr>
          <a:xfrm>
            <a:off x="3611880" y="1920240"/>
            <a:ext cx="4937760" cy="73152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zh-TW" sz="12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</a:rPr>
              <a:t>Pomodoro Focus · Inbox Quick Notes · Interrupt Mode</a:t>
            </a:r>
          </a:p>
          <a:p>
            <a:pPr marL="0" indent="0">
              <a:buNone/>
            </a:pPr>
            <a:r>
              <a:rPr lang="zh-TW" sz="105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</a:rPr>
              <a:t>Drop ideas in Inbox for later sorting │ Time-consuming interruptions become interrupt tasks</a:t>
            </a:r>
          </a:p>
        </p:txBody>
      </p:sp>
      <p:sp>
        <p:nvSpPr>
          <p:cNvPr id="30" name="Row3BG"/>
          <p:cNvSpPr/>
          <p:nvPr/>
        </p:nvSpPr>
        <p:spPr>
          <a:xfrm>
            <a:off x="457200" y="2788920"/>
            <a:ext cx="8229600" cy="822960"/>
          </a:xfrm>
          <a:prstGeom prst="roundRect">
            <a:avLst>
              <a:gd name="adj" fmla="val 8000"/>
            </a:avLst>
          </a:prstGeom>
          <a:solidFill>
            <a:srgbClr val="0F2A16">
              <a:alpha val="80000"/>
            </a:srgbClr>
          </a:solidFill>
          <a:ln w="12700">
            <a:solidFill>
              <a:srgbClr val="22C55E">
                <a:alpha val="40000"/>
              </a:srgbClr>
            </a:solidFill>
          </a:ln>
        </p:spPr>
        <p:txBody>
          <a:bodyPr/>
          <a:lstStyle/>
          <a:p>
            <a:endParaRPr lang="zh-TW"/>
          </a:p>
        </p:txBody>
      </p:sp>
      <p:sp>
        <p:nvSpPr>
          <p:cNvPr id="31" name="Row3Num"/>
          <p:cNvSpPr/>
          <p:nvPr/>
        </p:nvSpPr>
        <p:spPr>
          <a:xfrm>
            <a:off x="548640" y="2926080"/>
            <a:ext cx="411480" cy="548640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 w="0"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2000" b="1">
                <a:solidFill>
                  <a:srgbClr val="0F172A"/>
                </a:solidFill>
                <a:latin typeface="Arial Black"/>
              </a:rPr>
              <a:t>3</a:t>
            </a:r>
          </a:p>
        </p:txBody>
      </p:sp>
      <p:sp>
        <p:nvSpPr>
          <p:cNvPr id="32" name="Row3Pain"/>
          <p:cNvSpPr/>
          <p:nvPr/>
        </p:nvSpPr>
        <p:spPr>
          <a:xfrm>
            <a:off x="1051560" y="2834640"/>
            <a:ext cx="2194560" cy="73152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zh-TW" sz="1400" b="1">
                <a:solidFill>
                  <a:srgbClr val="22C55E"/>
                </a:solidFill>
                <a:latin typeface="Microsoft JhengHei" pitchFamily="34" charset="0"/>
                <a:ea typeface="Microsoft JhengHei" pitchFamily="34" charset="-122"/>
              </a:rPr>
              <a:t>Can't Tell Where Time Went</a:t>
            </a:r>
          </a:p>
        </p:txBody>
      </p:sp>
      <p:sp>
        <p:nvSpPr>
          <p:cNvPr id="33" name="Row3Arrow"/>
          <p:cNvSpPr/>
          <p:nvPr/>
        </p:nvSpPr>
        <p:spPr>
          <a:xfrm>
            <a:off x="3246120" y="2834640"/>
            <a:ext cx="365760" cy="731520"/>
          </a:xfrm>
          <a:prstGeom prst="rect">
            <a:avLst/>
          </a:prstGeom>
          <a:noFill/>
          <a:ln w="0"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1600">
                <a:solidFill>
                  <a:srgbClr val="22C55E"/>
                </a:solidFill>
                <a:latin typeface="Arial"/>
              </a:rPr>
              <a:t>→</a:t>
            </a:r>
          </a:p>
        </p:txBody>
      </p:sp>
      <p:sp>
        <p:nvSpPr>
          <p:cNvPr id="34" name="Row3Sol"/>
          <p:cNvSpPr/>
          <p:nvPr/>
        </p:nvSpPr>
        <p:spPr>
          <a:xfrm>
            <a:off x="3611880" y="2834640"/>
            <a:ext cx="4937760" cy="73152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zh-TW" sz="12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</a:rPr>
              <a:t>Full Tracking on the Log Page</a:t>
            </a:r>
          </a:p>
          <a:p>
            <a:pPr marL="0" indent="0">
              <a:buNone/>
            </a:pPr>
            <a:r>
              <a:rPr lang="zh-TW" sz="105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</a:rPr>
              <a:t>Every task's start and end is recorded — see exactly where time went</a:t>
            </a:r>
          </a:p>
        </p:txBody>
      </p:sp>
      <p:sp>
        <p:nvSpPr>
          <p:cNvPr id="40" name="Row4BG"/>
          <p:cNvSpPr/>
          <p:nvPr/>
        </p:nvSpPr>
        <p:spPr>
          <a:xfrm>
            <a:off x="457200" y="3703320"/>
            <a:ext cx="8229600" cy="822960"/>
          </a:xfrm>
          <a:prstGeom prst="roundRect">
            <a:avLst>
              <a:gd name="adj" fmla="val 8000"/>
            </a:avLst>
          </a:prstGeom>
          <a:solidFill>
            <a:srgbClr val="1F0F2A">
              <a:alpha val="80000"/>
            </a:srgbClr>
          </a:solidFill>
          <a:ln w="12700">
            <a:solidFill>
              <a:srgbClr val="A855F7">
                <a:alpha val="40000"/>
              </a:srgbClr>
            </a:solidFill>
          </a:ln>
        </p:spPr>
        <p:txBody>
          <a:bodyPr/>
          <a:lstStyle/>
          <a:p>
            <a:endParaRPr lang="zh-TW"/>
          </a:p>
        </p:txBody>
      </p:sp>
      <p:sp>
        <p:nvSpPr>
          <p:cNvPr id="41" name="Row4Num"/>
          <p:cNvSpPr/>
          <p:nvPr/>
        </p:nvSpPr>
        <p:spPr>
          <a:xfrm>
            <a:off x="548640" y="3840480"/>
            <a:ext cx="411480" cy="548640"/>
          </a:xfrm>
          <a:prstGeom prst="roundRect">
            <a:avLst>
              <a:gd name="adj" fmla="val 16667"/>
            </a:avLst>
          </a:prstGeom>
          <a:solidFill>
            <a:srgbClr val="A855F7"/>
          </a:solidFill>
          <a:ln w="0"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2000" b="1">
                <a:solidFill>
                  <a:srgbClr val="0F172A"/>
                </a:solidFill>
                <a:latin typeface="Arial Black"/>
              </a:rPr>
              <a:t>4</a:t>
            </a:r>
          </a:p>
        </p:txBody>
      </p:sp>
      <p:sp>
        <p:nvSpPr>
          <p:cNvPr id="42" name="Row4Pain"/>
          <p:cNvSpPr/>
          <p:nvPr/>
        </p:nvSpPr>
        <p:spPr>
          <a:xfrm>
            <a:off x="1051560" y="3749040"/>
            <a:ext cx="2194560" cy="73152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zh-TW" sz="1400" b="1">
                <a:solidFill>
                  <a:srgbClr val="A855F7"/>
                </a:solidFill>
                <a:latin typeface="Microsoft JhengHei" pitchFamily="34" charset="0"/>
                <a:ea typeface="Microsoft JhengHei" pitchFamily="34" charset="-122"/>
              </a:rPr>
              <a:t>Backup, Sync &amp; Analysis</a:t>
            </a:r>
          </a:p>
        </p:txBody>
      </p:sp>
      <p:sp>
        <p:nvSpPr>
          <p:cNvPr id="43" name="Row4Arrow"/>
          <p:cNvSpPr/>
          <p:nvPr/>
        </p:nvSpPr>
        <p:spPr>
          <a:xfrm>
            <a:off x="3246120" y="3749040"/>
            <a:ext cx="365760" cy="731520"/>
          </a:xfrm>
          <a:prstGeom prst="rect">
            <a:avLst/>
          </a:prstGeom>
          <a:noFill/>
          <a:ln w="0"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1600">
                <a:solidFill>
                  <a:srgbClr val="A855F7"/>
                </a:solidFill>
                <a:latin typeface="Arial"/>
              </a:rPr>
              <a:t>→</a:t>
            </a:r>
          </a:p>
        </p:txBody>
      </p:sp>
      <p:sp>
        <p:nvSpPr>
          <p:cNvPr id="44" name="Row4Sol"/>
          <p:cNvSpPr/>
          <p:nvPr/>
        </p:nvSpPr>
        <p:spPr>
          <a:xfrm>
            <a:off x="3611880" y="3749040"/>
            <a:ext cx="4937760" cy="73152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zh-TW" sz="12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</a:rPr>
              <a:t>Google Drive Sync </a:t>
            </a:r>
            <a:r>
              <a:rPr lang="zh-TW" altLang="en-US" sz="12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</a:rPr>
              <a:t>for </a:t>
            </a:r>
            <a:r>
              <a:rPr lang="zh-TW" sz="12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</a:rPr>
              <a:t>Advanced Analysis</a:t>
            </a:r>
          </a:p>
          <a:p>
            <a:pPr marL="0" indent="0">
              <a:buNone/>
            </a:pPr>
            <a:r>
              <a:rPr lang="zh-TW" sz="105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</a:rPr>
              <a:t>Fast local operation, works offline, data in your own cloud drive</a:t>
            </a:r>
          </a:p>
        </p:txBody>
      </p:sp>
      <p:pic>
        <p:nvPicPr>
          <p:cNvPr id="50" name="Logo" descr="nb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4572000"/>
            <a:ext cx="411480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23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29B0F-7C0A-D654-0A2F-78365E477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092DD04-8CAC-227B-F00F-FC6335692930}"/>
              </a:ext>
            </a:extLst>
          </p:cNvPr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8489203-E1E4-F310-EE84-31B54D4444F8}"/>
              </a:ext>
            </a:extLst>
          </p:cNvPr>
          <p:cNvSpPr/>
          <p:nvPr/>
        </p:nvSpPr>
        <p:spPr>
          <a:xfrm>
            <a:off x="640080" y="457200"/>
            <a:ext cx="640080" cy="6400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482B942C-5BFF-6AC2-8AC9-E0838C6F9B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66928"/>
            <a:ext cx="420624" cy="420624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E336651C-86DA-732F-17F5-6247D1B02CC8}"/>
              </a:ext>
            </a:extLst>
          </p:cNvPr>
          <p:cNvSpPr/>
          <p:nvPr/>
        </p:nvSpPr>
        <p:spPr>
          <a:xfrm>
            <a:off x="1554480" y="5029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err="1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After an Interruption, Get</a:t>
            </a:r>
            <a:r>
              <a:rPr lang="zh-TW" altLang="en-US" sz="2600" b="1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sz="2600" b="1" err="1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Back on Track</a:t>
            </a:r>
            <a:endParaRPr lang="en-US" sz="26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D66E477-370A-6D7E-9791-48CF70747347}"/>
              </a:ext>
            </a:extLst>
          </p:cNvPr>
          <p:cNvSpPr/>
          <p:nvPr/>
        </p:nvSpPr>
        <p:spPr>
          <a:xfrm>
            <a:off x="640080" y="14630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After any interruption, </a:t>
            </a:r>
            <a:r>
              <a:rPr lang="zh-TW" altLang="en-US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just open </a:t>
            </a:r>
            <a:r>
              <a:rPr lang="en-US" altLang="zh-TW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NBL</a:t>
            </a:r>
            <a:r>
              <a:rPr lang="zh-TW" altLang="en-US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and you're back on track</a:t>
            </a:r>
            <a:r>
              <a:rPr lang="en-US" sz="18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.</a:t>
            </a:r>
            <a:endParaRPr lang="en-US" sz="18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1C629394-B17A-658F-818B-9D794E931657}"/>
              </a:ext>
            </a:extLst>
          </p:cNvPr>
          <p:cNvSpPr/>
          <p:nvPr/>
        </p:nvSpPr>
        <p:spPr>
          <a:xfrm>
            <a:off x="457200" y="2834640"/>
            <a:ext cx="1554480" cy="1280160"/>
          </a:xfrm>
          <a:prstGeom prst="rect">
            <a:avLst/>
          </a:prstGeom>
          <a:solidFill>
            <a:srgbClr val="0D948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4745D93-834D-FC94-C8CD-BFC7E9439CC1}"/>
              </a:ext>
            </a:extLst>
          </p:cNvPr>
          <p:cNvSpPr/>
          <p:nvPr/>
        </p:nvSpPr>
        <p:spPr>
          <a:xfrm>
            <a:off x="457200" y="2834640"/>
            <a:ext cx="1554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3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FOCUS</a:t>
            </a:r>
            <a:endParaRPr lang="en-US" sz="1100"/>
          </a:p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Focused on Work</a:t>
            </a:r>
            <a:endParaRPr lang="en-US" sz="1100"/>
          </a:p>
        </p:txBody>
      </p: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83410605-F237-6D96-A58C-6D09020549C7}"/>
              </a:ext>
            </a:extLst>
          </p:cNvPr>
          <p:cNvGrpSpPr/>
          <p:nvPr/>
        </p:nvGrpSpPr>
        <p:grpSpPr>
          <a:xfrm>
            <a:off x="2148840" y="2834640"/>
            <a:ext cx="2194561" cy="1280160"/>
            <a:chOff x="2331720" y="2834640"/>
            <a:chExt cx="2331720" cy="1280160"/>
          </a:xfrm>
        </p:grpSpPr>
        <p:sp>
          <p:nvSpPr>
            <p:cNvPr id="9" name="Text 6">
              <a:extLst>
                <a:ext uri="{FF2B5EF4-FFF2-40B4-BE49-F238E27FC236}">
                  <a16:creationId xmlns:a16="http://schemas.microsoft.com/office/drawing/2014/main" id="{6028AB4E-1D7D-BD85-6382-9F66D2513D5E}"/>
                </a:ext>
              </a:extLst>
            </p:cNvPr>
            <p:cNvSpPr/>
            <p:nvPr/>
          </p:nvSpPr>
          <p:spPr>
            <a:xfrm>
              <a:off x="2331720" y="3108960"/>
              <a:ext cx="45720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>
                  <a:solidFill>
                    <a:srgbClr val="F59E0B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&gt;&gt;</a:t>
              </a:r>
              <a:endParaRPr lang="en-US" sz="2400"/>
            </a:p>
          </p:txBody>
        </p:sp>
        <p:sp>
          <p:nvSpPr>
            <p:cNvPr id="10" name="Shape 7">
              <a:extLst>
                <a:ext uri="{FF2B5EF4-FFF2-40B4-BE49-F238E27FC236}">
                  <a16:creationId xmlns:a16="http://schemas.microsoft.com/office/drawing/2014/main" id="{FABF92BB-B457-6E83-4047-6E4D15675E19}"/>
                </a:ext>
              </a:extLst>
            </p:cNvPr>
            <p:cNvSpPr/>
            <p:nvPr/>
          </p:nvSpPr>
          <p:spPr>
            <a:xfrm>
              <a:off x="2926080" y="2834640"/>
              <a:ext cx="1737360" cy="1280160"/>
            </a:xfrm>
            <a:prstGeom prst="rect">
              <a:avLst/>
            </a:prstGeom>
            <a:solidFill>
              <a:srgbClr val="F59E0B"/>
            </a:solidFill>
            <a:ln/>
            <a:effectLst>
              <a:outerShdw blurRad="762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Text 8">
              <a:extLst>
                <a:ext uri="{FF2B5EF4-FFF2-40B4-BE49-F238E27FC236}">
                  <a16:creationId xmlns:a16="http://schemas.microsoft.com/office/drawing/2014/main" id="{DAD58033-6C4C-27FF-C9F5-AB8545423471}"/>
                </a:ext>
              </a:extLst>
            </p:cNvPr>
            <p:cNvSpPr/>
            <p:nvPr/>
          </p:nvSpPr>
          <p:spPr>
            <a:xfrm>
              <a:off x="2926080" y="2834640"/>
              <a:ext cx="1737360" cy="12801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kern="0" spc="300">
                  <a:solidFill>
                    <a:srgbClr val="0F172A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INTERRUPT</a:t>
              </a:r>
              <a:endParaRPr lang="en-US" sz="1100"/>
            </a:p>
            <a:p>
              <a:pPr marL="0" indent="0" algn="ctr">
                <a:buNone/>
              </a:pPr>
              <a:r>
                <a:rPr lang="en-US" sz="1500" b="1">
                  <a:solidFill>
                    <a:srgbClr val="0F172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Interrupted!</a:t>
              </a:r>
              <a:endParaRPr lang="en-US" sz="1100"/>
            </a:p>
          </p:txBody>
        </p:sp>
      </p:grpSp>
      <p:pic>
        <p:nvPicPr>
          <p:cNvPr id="18" name="Image 1" descr="nbl_logo.png">
            <a:extLst>
              <a:ext uri="{FF2B5EF4-FFF2-40B4-BE49-F238E27FC236}">
                <a16:creationId xmlns:a16="http://schemas.microsoft.com/office/drawing/2014/main" id="{EB53243F-EEA9-311B-866F-909BA7D3A6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4572000"/>
            <a:ext cx="411480" cy="411480"/>
          </a:xfrm>
          <a:prstGeom prst="rect">
            <a:avLst/>
          </a:prstGeom>
        </p:spPr>
      </p:pic>
      <p:grpSp>
        <p:nvGrpSpPr>
          <p:cNvPr id="23" name="群組 22">
            <a:extLst>
              <a:ext uri="{FF2B5EF4-FFF2-40B4-BE49-F238E27FC236}">
                <a16:creationId xmlns:a16="http://schemas.microsoft.com/office/drawing/2014/main" id="{584954B5-9C0B-B146-77EE-08FC4C2BB1A6}"/>
              </a:ext>
            </a:extLst>
          </p:cNvPr>
          <p:cNvGrpSpPr/>
          <p:nvPr/>
        </p:nvGrpSpPr>
        <p:grpSpPr>
          <a:xfrm>
            <a:off x="4572000" y="2834640"/>
            <a:ext cx="2064327" cy="1280160"/>
            <a:chOff x="4572000" y="2834640"/>
            <a:chExt cx="2064327" cy="1280160"/>
          </a:xfrm>
        </p:grpSpPr>
        <p:grpSp>
          <p:nvGrpSpPr>
            <p:cNvPr id="20" name="群組 19">
              <a:extLst>
                <a:ext uri="{FF2B5EF4-FFF2-40B4-BE49-F238E27FC236}">
                  <a16:creationId xmlns:a16="http://schemas.microsoft.com/office/drawing/2014/main" id="{1785C10C-CFBF-29FF-67A3-002D41D18301}"/>
                </a:ext>
              </a:extLst>
            </p:cNvPr>
            <p:cNvGrpSpPr/>
            <p:nvPr/>
          </p:nvGrpSpPr>
          <p:grpSpPr>
            <a:xfrm>
              <a:off x="4572000" y="2834640"/>
              <a:ext cx="2064327" cy="1280160"/>
              <a:chOff x="4800600" y="2834640"/>
              <a:chExt cx="2331720" cy="1280160"/>
            </a:xfrm>
          </p:grpSpPr>
          <p:sp>
            <p:nvSpPr>
              <p:cNvPr id="12" name="Text 9">
                <a:extLst>
                  <a:ext uri="{FF2B5EF4-FFF2-40B4-BE49-F238E27FC236}">
                    <a16:creationId xmlns:a16="http://schemas.microsoft.com/office/drawing/2014/main" id="{5CCBFDC3-9C85-9921-B504-0E5034AA41BE}"/>
                  </a:ext>
                </a:extLst>
              </p:cNvPr>
              <p:cNvSpPr/>
              <p:nvPr/>
            </p:nvSpPr>
            <p:spPr>
              <a:xfrm>
                <a:off x="4800600" y="3108960"/>
                <a:ext cx="457200" cy="7315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400">
                    <a:solidFill>
                      <a:srgbClr val="F59E0B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&gt;&gt;</a:t>
                </a:r>
                <a:endParaRPr lang="en-US" sz="2400"/>
              </a:p>
            </p:txBody>
          </p:sp>
          <p:sp>
            <p:nvSpPr>
              <p:cNvPr id="13" name="Shape 10">
                <a:extLst>
                  <a:ext uri="{FF2B5EF4-FFF2-40B4-BE49-F238E27FC236}">
                    <a16:creationId xmlns:a16="http://schemas.microsoft.com/office/drawing/2014/main" id="{9C915859-C49E-9ED8-B255-616821978CE4}"/>
                  </a:ext>
                </a:extLst>
              </p:cNvPr>
              <p:cNvSpPr/>
              <p:nvPr/>
            </p:nvSpPr>
            <p:spPr>
              <a:xfrm>
                <a:off x="5394960" y="2834640"/>
                <a:ext cx="1737360" cy="128016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/>
              <a:effectLst>
                <a:outerShdw blurRad="76200" dist="25400" dir="8100000" algn="bl" rotWithShape="0">
                  <a:srgbClr val="000000">
                    <a:alpha val="12000"/>
                  </a:srgbClr>
                </a:outerShdw>
              </a:effec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" name="Text 11">
                <a:extLst>
                  <a:ext uri="{FF2B5EF4-FFF2-40B4-BE49-F238E27FC236}">
                    <a16:creationId xmlns:a16="http://schemas.microsoft.com/office/drawing/2014/main" id="{26D2C65A-1A46-3B5A-AF22-6F4EF9BF2320}"/>
                  </a:ext>
                </a:extLst>
              </p:cNvPr>
              <p:cNvSpPr/>
              <p:nvPr/>
            </p:nvSpPr>
            <p:spPr>
              <a:xfrm>
                <a:off x="5394960" y="2834640"/>
                <a:ext cx="1737360" cy="12801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altLang="zh-TW" sz="1100" b="1" kern="0" spc="300"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CHECK</a:t>
                </a:r>
              </a:p>
              <a:p>
                <a:pPr marL="0" indent="0" algn="ctr">
                  <a:buNone/>
                </a:pPr>
                <a:endParaRPr lang="en-US" sz="1100" b="1"/>
              </a:p>
              <a:p>
                <a:pPr marL="0" indent="0" algn="ctr">
                  <a:buNone/>
                </a:pPr>
                <a:endParaRPr lang="en-US" sz="1100" b="1"/>
              </a:p>
              <a:p>
                <a:pPr marL="0" indent="0" algn="ctr">
                  <a:buNone/>
                </a:pPr>
                <a:endParaRPr lang="en-US" sz="1100" b="1"/>
              </a:p>
            </p:txBody>
          </p:sp>
        </p:grpSp>
        <p:pic>
          <p:nvPicPr>
            <p:cNvPr id="22" name="Image 1" descr="nbl_logo.png">
              <a:extLst>
                <a:ext uri="{FF2B5EF4-FFF2-40B4-BE49-F238E27FC236}">
                  <a16:creationId xmlns:a16="http://schemas.microsoft.com/office/drawing/2014/main" id="{2533F72E-93BA-0F08-1EFC-EC31889B24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65899" y="3397664"/>
              <a:ext cx="585517" cy="585517"/>
            </a:xfrm>
            <a:prstGeom prst="rect">
              <a:avLst/>
            </a:prstGeom>
          </p:spPr>
        </p:pic>
      </p:grp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FCFE7D91-3315-9C5E-7BFA-F2E1BD913BB1}"/>
              </a:ext>
            </a:extLst>
          </p:cNvPr>
          <p:cNvGrpSpPr/>
          <p:nvPr/>
        </p:nvGrpSpPr>
        <p:grpSpPr>
          <a:xfrm>
            <a:off x="6839988" y="2834640"/>
            <a:ext cx="2029692" cy="1280160"/>
            <a:chOff x="6839988" y="2834640"/>
            <a:chExt cx="2029692" cy="1280160"/>
          </a:xfrm>
        </p:grpSpPr>
        <p:sp>
          <p:nvSpPr>
            <p:cNvPr id="15" name="Text 12">
              <a:extLst>
                <a:ext uri="{FF2B5EF4-FFF2-40B4-BE49-F238E27FC236}">
                  <a16:creationId xmlns:a16="http://schemas.microsoft.com/office/drawing/2014/main" id="{3900F23F-2001-42E7-E2EE-53F62420DC1B}"/>
                </a:ext>
              </a:extLst>
            </p:cNvPr>
            <p:cNvSpPr/>
            <p:nvPr/>
          </p:nvSpPr>
          <p:spPr>
            <a:xfrm>
              <a:off x="6839988" y="3108960"/>
              <a:ext cx="45720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>
                  <a:solidFill>
                    <a:srgbClr val="F59E0B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&gt;&gt;</a:t>
              </a:r>
              <a:endParaRPr lang="en-US" sz="2400"/>
            </a:p>
          </p:txBody>
        </p:sp>
        <p:sp>
          <p:nvSpPr>
            <p:cNvPr id="17" name="Text 14">
              <a:extLst>
                <a:ext uri="{FF2B5EF4-FFF2-40B4-BE49-F238E27FC236}">
                  <a16:creationId xmlns:a16="http://schemas.microsoft.com/office/drawing/2014/main" id="{7741EC66-1737-88D8-8005-B36C590A6B86}"/>
                </a:ext>
              </a:extLst>
            </p:cNvPr>
            <p:cNvSpPr/>
            <p:nvPr/>
          </p:nvSpPr>
          <p:spPr>
            <a:xfrm>
              <a:off x="7863840" y="2834640"/>
              <a:ext cx="1005840" cy="12801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Scrolling Phone</a:t>
              </a:r>
              <a:endParaRPr lang="en-US" sz="1300"/>
            </a:p>
          </p:txBody>
        </p:sp>
        <p:sp>
          <p:nvSpPr>
            <p:cNvPr id="25" name="Shape 4">
              <a:extLst>
                <a:ext uri="{FF2B5EF4-FFF2-40B4-BE49-F238E27FC236}">
                  <a16:creationId xmlns:a16="http://schemas.microsoft.com/office/drawing/2014/main" id="{0C982708-71DF-79AC-FBCA-F55C9D972B1B}"/>
                </a:ext>
              </a:extLst>
            </p:cNvPr>
            <p:cNvSpPr/>
            <p:nvPr/>
          </p:nvSpPr>
          <p:spPr>
            <a:xfrm>
              <a:off x="7269480" y="2834640"/>
              <a:ext cx="1554480" cy="1280160"/>
            </a:xfrm>
            <a:prstGeom prst="rect">
              <a:avLst/>
            </a:prstGeom>
            <a:solidFill>
              <a:srgbClr val="0D9488"/>
            </a:solidFill>
            <a:ln/>
            <a:effectLst>
              <a:outerShdw blurRad="762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6" name="Text 5">
              <a:extLst>
                <a:ext uri="{FF2B5EF4-FFF2-40B4-BE49-F238E27FC236}">
                  <a16:creationId xmlns:a16="http://schemas.microsoft.com/office/drawing/2014/main" id="{5FB90B62-1617-C482-8AFB-6A1C71AF8AEB}"/>
                </a:ext>
              </a:extLst>
            </p:cNvPr>
            <p:cNvSpPr/>
            <p:nvPr/>
          </p:nvSpPr>
          <p:spPr>
            <a:xfrm>
              <a:off x="7269480" y="2834640"/>
              <a:ext cx="1554480" cy="12801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kern="0" spc="30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FOCUS</a:t>
              </a:r>
              <a:endParaRPr lang="en-US" sz="1100"/>
            </a:p>
            <a:p>
              <a:pPr marL="0" indent="0" algn="ctr">
                <a:buNone/>
              </a:pPr>
              <a:r>
                <a:rPr lang="en-US" sz="1500" b="1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Focused on Work</a:t>
              </a:r>
              <a:endParaRPr lang="en-US" sz="1100"/>
            </a:p>
          </p:txBody>
        </p:sp>
      </p:grpSp>
    </p:spTree>
    <p:extLst>
      <p:ext uri="{BB962C8B-B14F-4D97-AF65-F5344CB8AC3E}">
        <p14:creationId xmlns:p14="http://schemas.microsoft.com/office/powerpoint/2010/main" val="84684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Simple Control Center for Tasks and Ideas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 </a:t>
            </a:r>
            <a:r>
              <a:rPr lang="en-US" sz="16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NBL </a:t>
            </a:r>
            <a:r>
              <a:rPr lang="en-US" sz="160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 a simple control center for tasks and ideas — complex management is still handled by dedicated apps.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891886" y="2319453"/>
            <a:ext cx="3283662" cy="2586897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3474720" y="3070299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NBL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474720" y="3863340"/>
            <a:ext cx="2194560" cy="434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Control Center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560320"/>
            <a:ext cx="1645920" cy="640080"/>
          </a:xfrm>
          <a:prstGeom prst="rect">
            <a:avLst/>
          </a:prstGeom>
          <a:solidFill>
            <a:srgbClr val="2D4A7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914400" y="25603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Project Mgmt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3447357"/>
            <a:ext cx="1645920" cy="640080"/>
          </a:xfrm>
          <a:prstGeom prst="rect">
            <a:avLst/>
          </a:prstGeom>
          <a:solidFill>
            <a:srgbClr val="2D4A7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914400" y="3447357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Calendar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0" y="2743200"/>
            <a:ext cx="1645920" cy="640080"/>
          </a:xfrm>
          <a:prstGeom prst="rect">
            <a:avLst/>
          </a:prstGeom>
          <a:solidFill>
            <a:srgbClr val="2D4A7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6858000" y="27432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Note Apps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0" y="3931920"/>
            <a:ext cx="1645920" cy="640080"/>
          </a:xfrm>
          <a:prstGeom prst="rect">
            <a:avLst/>
          </a:prstGeom>
          <a:solidFill>
            <a:srgbClr val="2D4A7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6858000" y="39319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Email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4334395"/>
            <a:ext cx="1645920" cy="640080"/>
          </a:xfrm>
          <a:prstGeom prst="rect">
            <a:avLst/>
          </a:prstGeom>
          <a:solidFill>
            <a:srgbClr val="2D4A7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914400" y="4334395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Other Apps</a:t>
            </a:r>
            <a:endParaRPr lang="en-US" sz="1100" dirty="0"/>
          </a:p>
        </p:txBody>
      </p:sp>
      <p:pic>
        <p:nvPicPr>
          <p:cNvPr id="19" name="Image 0" descr="nb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457200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5" grpId="0" animBg="1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When Free, Check the List and Start Right Away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4366513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 </a:t>
            </a:r>
            <a:r>
              <a:rPr 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NBL </a:t>
            </a:r>
            <a:r>
              <a:rPr lang="en-US" sz="1600" err="1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Task List</a:t>
            </a:r>
            <a:endParaRPr lang="en-US" sz="1600" dirty="0">
              <a:solidFill>
                <a:srgbClr val="1E293B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800100" lvl="1" indent="-342900">
              <a:spcAft>
                <a:spcPts val="10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altLang="zh-TW" sz="1600" err="1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Tasks are auto-selected</a:t>
            </a:r>
            <a:r>
              <a:rPr lang="zh-TW" altLang="en-US" sz="160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based on criteria</a:t>
            </a:r>
            <a:r>
              <a:rPr lang="en-US" altLang="zh-TW" sz="1600" err="1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zh-TW" altLang="en-US" sz="160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and categories,</a:t>
            </a:r>
            <a:r>
              <a:rPr lang="en-US" altLang="zh-TW" sz="1600" err="1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then added to your task list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Pick a task and get to work right away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 more deciding "which app to open"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Less decision fatigue, faster focus</a:t>
            </a:r>
            <a:endParaRPr lang="en-US" sz="1600" dirty="0"/>
          </a:p>
        </p:txBody>
      </p:sp>
      <p:pic>
        <p:nvPicPr>
          <p:cNvPr id="6" name="Image 0" descr="nb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4572000"/>
            <a:ext cx="411480" cy="41148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>
            <a:off x="5943600" y="2286000"/>
            <a:ext cx="2286000" cy="228600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0799EA04-04EC-4F46-0D6B-16E96826BF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9473" y="987829"/>
            <a:ext cx="3040127" cy="350173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17894F-E70F-8870-318D-016E7F2D6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>
            <a:extLst>
              <a:ext uri="{FF2B5EF4-FFF2-40B4-BE49-F238E27FC236}">
                <a16:creationId xmlns:a16="http://schemas.microsoft.com/office/drawing/2014/main" id="{AC782F4C-791E-F5D7-0B21-D140F990F7D3}"/>
              </a:ext>
            </a:extLst>
          </p:cNvPr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FA4F0D1F-8034-5350-BD09-AA93B6F217C6}"/>
              </a:ext>
            </a:extLst>
          </p:cNvPr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+mn-cs"/>
              </a:rPr>
              <a:t>Pain Points → Solution Overview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3354502D-024F-60E1-8819-C20A31858E32}"/>
              </a:ext>
            </a:extLst>
          </p:cNvPr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+mn-cs"/>
              </a:rPr>
              <a:t>NonBlockingLife </a:t>
            </a:r>
            <a:r>
              <a: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+mn-cs"/>
              </a:rPr>
              <a:t>Four Core Solutions</a:t>
            </a:r>
          </a:p>
        </p:txBody>
      </p:sp>
      <p:sp>
        <p:nvSpPr>
          <p:cNvPr id="10" name="Row1BG">
            <a:extLst>
              <a:ext uri="{FF2B5EF4-FFF2-40B4-BE49-F238E27FC236}">
                <a16:creationId xmlns:a16="http://schemas.microsoft.com/office/drawing/2014/main" id="{6BD533A1-2860-8158-8321-6A6EEC0A45D8}"/>
              </a:ext>
            </a:extLst>
          </p:cNvPr>
          <p:cNvSpPr/>
          <p:nvPr/>
        </p:nvSpPr>
        <p:spPr>
          <a:xfrm>
            <a:off x="457200" y="960120"/>
            <a:ext cx="8229600" cy="822960"/>
          </a:xfrm>
          <a:prstGeom prst="roundRect">
            <a:avLst>
              <a:gd name="adj" fmla="val 8000"/>
            </a:avLst>
          </a:prstGeom>
          <a:solidFill>
            <a:srgbClr val="1E1A0F">
              <a:alpha val="80000"/>
            </a:srgbClr>
          </a:solidFill>
          <a:ln w="12700">
            <a:solidFill>
              <a:srgbClr val="F59E0B">
                <a:alpha val="40000"/>
              </a:srgbClr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1" name="Row1Num">
            <a:extLst>
              <a:ext uri="{FF2B5EF4-FFF2-40B4-BE49-F238E27FC236}">
                <a16:creationId xmlns:a16="http://schemas.microsoft.com/office/drawing/2014/main" id="{4C2156A6-388E-83D4-2E05-2A3D971E0B49}"/>
              </a:ext>
            </a:extLst>
          </p:cNvPr>
          <p:cNvSpPr/>
          <p:nvPr/>
        </p:nvSpPr>
        <p:spPr>
          <a:xfrm>
            <a:off x="548640" y="1097280"/>
            <a:ext cx="411480" cy="5486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0">
            <a:noFill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t>1</a:t>
            </a:r>
          </a:p>
        </p:txBody>
      </p:sp>
      <p:sp>
        <p:nvSpPr>
          <p:cNvPr id="12" name="Row1Pain">
            <a:extLst>
              <a:ext uri="{FF2B5EF4-FFF2-40B4-BE49-F238E27FC236}">
                <a16:creationId xmlns:a16="http://schemas.microsoft.com/office/drawing/2014/main" id="{4E6C7279-8049-964F-8D0F-5A05F0F9B48B}"/>
              </a:ext>
            </a:extLst>
          </p:cNvPr>
          <p:cNvSpPr/>
          <p:nvPr/>
        </p:nvSpPr>
        <p:spPr>
          <a:xfrm>
            <a:off x="1051560" y="1005840"/>
            <a:ext cx="2194560" cy="73152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+mn-cs"/>
              </a:rPr>
              <a:t>Lists Scattered Everywhere</a:t>
            </a:r>
          </a:p>
        </p:txBody>
      </p:sp>
      <p:sp>
        <p:nvSpPr>
          <p:cNvPr id="13" name="Row1Arrow">
            <a:extLst>
              <a:ext uri="{FF2B5EF4-FFF2-40B4-BE49-F238E27FC236}">
                <a16:creationId xmlns:a16="http://schemas.microsoft.com/office/drawing/2014/main" id="{714FD4FC-4BF6-EA7A-C590-A223E32A12D4}"/>
              </a:ext>
            </a:extLst>
          </p:cNvPr>
          <p:cNvSpPr/>
          <p:nvPr/>
        </p:nvSpPr>
        <p:spPr>
          <a:xfrm>
            <a:off x="3246120" y="1005840"/>
            <a:ext cx="365760" cy="731520"/>
          </a:xfrm>
          <a:prstGeom prst="rect">
            <a:avLst/>
          </a:prstGeom>
          <a:noFill/>
          <a:ln w="0">
            <a:noFill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→</a:t>
            </a:r>
          </a:p>
        </p:txBody>
      </p:sp>
      <p:sp>
        <p:nvSpPr>
          <p:cNvPr id="14" name="Row1Sol">
            <a:extLst>
              <a:ext uri="{FF2B5EF4-FFF2-40B4-BE49-F238E27FC236}">
                <a16:creationId xmlns:a16="http://schemas.microsoft.com/office/drawing/2014/main" id="{51598CEF-6406-2CBF-3F8A-1CDEF4D04BB0}"/>
              </a:ext>
            </a:extLst>
          </p:cNvPr>
          <p:cNvSpPr/>
          <p:nvPr/>
        </p:nvSpPr>
        <p:spPr>
          <a:xfrm>
            <a:off x="3611880" y="1005840"/>
            <a:ext cx="4937760" cy="73152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+mn-cs"/>
              </a:rPr>
              <a:t>Control Center </a:t>
            </a:r>
            <a:r>
              <a:rPr kumimoji="0" lang="en-US" altLang="zh-TW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+mn-cs"/>
              </a:rPr>
              <a:t>+ Candidates </a:t>
            </a:r>
            <a:r>
              <a:rPr kumimoji="0" lang="zh-TW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+mn-cs"/>
              </a:rPr>
              <a:t>Page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50" b="0" i="0" u="none" strike="noStrike" kern="120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+mn-cs"/>
              </a:rPr>
              <a:t>Single window, auto-lists tasks, quickly decide and start working</a:t>
            </a: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EF50E9EC-7EA1-83A8-FE93-3E80EB34BDA6}"/>
              </a:ext>
            </a:extLst>
          </p:cNvPr>
          <p:cNvGrpSpPr/>
          <p:nvPr/>
        </p:nvGrpSpPr>
        <p:grpSpPr>
          <a:xfrm>
            <a:off x="457200" y="1874520"/>
            <a:ext cx="8229600" cy="822960"/>
            <a:chOff x="457200" y="1874520"/>
            <a:chExt cx="8229600" cy="822960"/>
          </a:xfrm>
        </p:grpSpPr>
        <p:sp>
          <p:nvSpPr>
            <p:cNvPr id="20" name="Row2BG">
              <a:extLst>
                <a:ext uri="{FF2B5EF4-FFF2-40B4-BE49-F238E27FC236}">
                  <a16:creationId xmlns:a16="http://schemas.microsoft.com/office/drawing/2014/main" id="{E4307C1C-BECE-29CA-AF2C-A258FFEBDDB8}"/>
                </a:ext>
              </a:extLst>
            </p:cNvPr>
            <p:cNvSpPr/>
            <p:nvPr/>
          </p:nvSpPr>
          <p:spPr>
            <a:xfrm>
              <a:off x="457200" y="1874520"/>
              <a:ext cx="8229600" cy="822960"/>
            </a:xfrm>
            <a:prstGeom prst="roundRect">
              <a:avLst>
                <a:gd name="adj" fmla="val 8000"/>
              </a:avLst>
            </a:prstGeom>
            <a:solidFill>
              <a:srgbClr val="0F1E2A">
                <a:alpha val="80000"/>
              </a:srgbClr>
            </a:solidFill>
            <a:ln w="12700">
              <a:solidFill>
                <a:srgbClr val="06B6D4">
                  <a:alpha val="40000"/>
                </a:srgbClr>
              </a:solidFill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1" name="Row2Num">
              <a:extLst>
                <a:ext uri="{FF2B5EF4-FFF2-40B4-BE49-F238E27FC236}">
                  <a16:creationId xmlns:a16="http://schemas.microsoft.com/office/drawing/2014/main" id="{6914D0E6-89E2-0A64-66A8-5748530E8ECB}"/>
                </a:ext>
              </a:extLst>
            </p:cNvPr>
            <p:cNvSpPr/>
            <p:nvPr/>
          </p:nvSpPr>
          <p:spPr>
            <a:xfrm>
              <a:off x="548640" y="2011680"/>
              <a:ext cx="411480" cy="548640"/>
            </a:xfrm>
            <a:prstGeom prst="roundRect">
              <a:avLst>
                <a:gd name="adj" fmla="val 16667"/>
              </a:avLst>
            </a:prstGeom>
            <a:solidFill>
              <a:srgbClr val="06B6D4"/>
            </a:solidFill>
            <a:ln w="0">
              <a:noFill/>
            </a:ln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Arial Black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Row2Pain">
              <a:extLst>
                <a:ext uri="{FF2B5EF4-FFF2-40B4-BE49-F238E27FC236}">
                  <a16:creationId xmlns:a16="http://schemas.microsoft.com/office/drawing/2014/main" id="{DC3E69AA-52E0-D628-7CE3-BC96E78C3BCB}"/>
                </a:ext>
              </a:extLst>
            </p:cNvPr>
            <p:cNvSpPr/>
            <p:nvPr/>
          </p:nvSpPr>
          <p:spPr>
            <a:xfrm>
              <a:off x="1051560" y="1920240"/>
              <a:ext cx="21945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1440" tIns="45720" rIns="91440" b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6B6D4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Can't Get Back After Interruptions</a:t>
              </a:r>
            </a:p>
          </p:txBody>
        </p:sp>
        <p:sp>
          <p:nvSpPr>
            <p:cNvPr id="23" name="Row2Arrow">
              <a:extLst>
                <a:ext uri="{FF2B5EF4-FFF2-40B4-BE49-F238E27FC236}">
                  <a16:creationId xmlns:a16="http://schemas.microsoft.com/office/drawing/2014/main" id="{2F8ACB1E-2C59-6139-7AD7-DA00C9A2A724}"/>
                </a:ext>
              </a:extLst>
            </p:cNvPr>
            <p:cNvSpPr/>
            <p:nvPr/>
          </p:nvSpPr>
          <p:spPr>
            <a:xfrm>
              <a:off x="3246120" y="1920240"/>
              <a:ext cx="3657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6B6D4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24" name="Row2Sol">
              <a:extLst>
                <a:ext uri="{FF2B5EF4-FFF2-40B4-BE49-F238E27FC236}">
                  <a16:creationId xmlns:a16="http://schemas.microsoft.com/office/drawing/2014/main" id="{CFAE8D3E-FDF2-AD3A-567F-38039C149F33}"/>
                </a:ext>
              </a:extLst>
            </p:cNvPr>
            <p:cNvSpPr/>
            <p:nvPr/>
          </p:nvSpPr>
          <p:spPr>
            <a:xfrm>
              <a:off x="3611880" y="1920240"/>
              <a:ext cx="49377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1440" tIns="45720" rIns="91440" b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Pomodoro Focus </a:t>
              </a:r>
              <a:r>
                <a:rPr kumimoji="0" lang="en-US" altLang="zh-TW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· Inbox </a:t>
              </a:r>
              <a:r>
                <a:rPr kumimoji="0" lang="zh-TW" alt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Quick Notes </a:t>
              </a:r>
              <a:r>
                <a:rPr kumimoji="0" lang="en-US" altLang="zh-TW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· </a:t>
              </a:r>
              <a:r>
                <a:rPr kumimoji="0" lang="zh-TW" alt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Interrupt Mode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50" b="0" i="0" u="none" strike="noStrike" kern="1200" cap="none" spc="0" normalizeH="0" baseline="0" noProof="0">
                  <a:ln>
                    <a:noFill/>
                  </a:ln>
                  <a:solidFill>
                    <a:srgbClr val="CBD5E1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Drop ideas </a:t>
              </a:r>
              <a:r>
                <a:rPr kumimoji="0" lang="zh-TW" alt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CBD5E1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in </a:t>
              </a:r>
              <a:r>
                <a:rPr kumimoji="0" lang="en-US" altLang="zh-TW" sz="1050" b="0" i="0" u="none" strike="noStrike" kern="1200" cap="none" spc="0" normalizeH="0" baseline="0" noProof="0">
                  <a:ln>
                    <a:noFill/>
                  </a:ln>
                  <a:solidFill>
                    <a:srgbClr val="CBD5E1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Inbox </a:t>
              </a:r>
              <a:r>
                <a:rPr kumimoji="0" lang="zh-TW" alt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CBD5E1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for later sorting │ Time-consuming interruptions become interrupt tasks</a:t>
              </a:r>
            </a:p>
          </p:txBody>
        </p:sp>
      </p:grpSp>
      <p:grpSp>
        <p:nvGrpSpPr>
          <p:cNvPr id="6" name="群組 5">
            <a:extLst>
              <a:ext uri="{FF2B5EF4-FFF2-40B4-BE49-F238E27FC236}">
                <a16:creationId xmlns:a16="http://schemas.microsoft.com/office/drawing/2014/main" id="{99F94850-1F70-C950-B39B-56042724DE15}"/>
              </a:ext>
            </a:extLst>
          </p:cNvPr>
          <p:cNvGrpSpPr/>
          <p:nvPr/>
        </p:nvGrpSpPr>
        <p:grpSpPr>
          <a:xfrm>
            <a:off x="457200" y="2788920"/>
            <a:ext cx="8229600" cy="822960"/>
            <a:chOff x="457200" y="2788920"/>
            <a:chExt cx="8229600" cy="822960"/>
          </a:xfrm>
        </p:grpSpPr>
        <p:sp>
          <p:nvSpPr>
            <p:cNvPr id="30" name="Row3BG">
              <a:extLst>
                <a:ext uri="{FF2B5EF4-FFF2-40B4-BE49-F238E27FC236}">
                  <a16:creationId xmlns:a16="http://schemas.microsoft.com/office/drawing/2014/main" id="{01CF4BDC-C797-EBB9-51D8-A6112888392B}"/>
                </a:ext>
              </a:extLst>
            </p:cNvPr>
            <p:cNvSpPr/>
            <p:nvPr/>
          </p:nvSpPr>
          <p:spPr>
            <a:xfrm>
              <a:off x="457200" y="2788920"/>
              <a:ext cx="8229600" cy="822960"/>
            </a:xfrm>
            <a:prstGeom prst="roundRect">
              <a:avLst>
                <a:gd name="adj" fmla="val 8000"/>
              </a:avLst>
            </a:prstGeom>
            <a:solidFill>
              <a:srgbClr val="0F2A16">
                <a:alpha val="80000"/>
              </a:srgbClr>
            </a:solidFill>
            <a:ln w="12700">
              <a:solidFill>
                <a:srgbClr val="22C55E">
                  <a:alpha val="40000"/>
                </a:srgbClr>
              </a:solidFill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1" name="Row3Num">
              <a:extLst>
                <a:ext uri="{FF2B5EF4-FFF2-40B4-BE49-F238E27FC236}">
                  <a16:creationId xmlns:a16="http://schemas.microsoft.com/office/drawing/2014/main" id="{EDD30090-BEA1-16E7-F224-00B94B08D71B}"/>
                </a:ext>
              </a:extLst>
            </p:cNvPr>
            <p:cNvSpPr/>
            <p:nvPr/>
          </p:nvSpPr>
          <p:spPr>
            <a:xfrm>
              <a:off x="548640" y="2926080"/>
              <a:ext cx="411480" cy="548640"/>
            </a:xfrm>
            <a:prstGeom prst="roundRect">
              <a:avLst>
                <a:gd name="adj" fmla="val 16667"/>
              </a:avLst>
            </a:prstGeom>
            <a:solidFill>
              <a:srgbClr val="22C55E"/>
            </a:solidFill>
            <a:ln w="0">
              <a:noFill/>
            </a:ln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Arial Black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Row3Pain">
              <a:extLst>
                <a:ext uri="{FF2B5EF4-FFF2-40B4-BE49-F238E27FC236}">
                  <a16:creationId xmlns:a16="http://schemas.microsoft.com/office/drawing/2014/main" id="{79579DCA-6FBA-2F7F-E436-8E396E0699FF}"/>
                </a:ext>
              </a:extLst>
            </p:cNvPr>
            <p:cNvSpPr/>
            <p:nvPr/>
          </p:nvSpPr>
          <p:spPr>
            <a:xfrm>
              <a:off x="1051560" y="2834640"/>
              <a:ext cx="21945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1440" tIns="45720" rIns="91440" b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22C55E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Can't Tell Where Time Went</a:t>
              </a:r>
            </a:p>
          </p:txBody>
        </p:sp>
        <p:sp>
          <p:nvSpPr>
            <p:cNvPr id="33" name="Row3Arrow">
              <a:extLst>
                <a:ext uri="{FF2B5EF4-FFF2-40B4-BE49-F238E27FC236}">
                  <a16:creationId xmlns:a16="http://schemas.microsoft.com/office/drawing/2014/main" id="{5F4F90B2-9826-98BB-1C0E-628CB3993C8C}"/>
                </a:ext>
              </a:extLst>
            </p:cNvPr>
            <p:cNvSpPr/>
            <p:nvPr/>
          </p:nvSpPr>
          <p:spPr>
            <a:xfrm>
              <a:off x="3246120" y="2834640"/>
              <a:ext cx="3657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22C55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34" name="Row3Sol">
              <a:extLst>
                <a:ext uri="{FF2B5EF4-FFF2-40B4-BE49-F238E27FC236}">
                  <a16:creationId xmlns:a16="http://schemas.microsoft.com/office/drawing/2014/main" id="{9F544D12-9179-ED62-6114-0BE734284BF4}"/>
                </a:ext>
              </a:extLst>
            </p:cNvPr>
            <p:cNvSpPr/>
            <p:nvPr/>
          </p:nvSpPr>
          <p:spPr>
            <a:xfrm>
              <a:off x="3611880" y="2834640"/>
              <a:ext cx="49377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1440" tIns="45720" rIns="91440" b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Full Tracking on the </a:t>
              </a:r>
              <a:r>
                <a:rPr kumimoji="0" lang="zh-TW" alt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Log Page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CBD5E1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Every task's start and end is recorded — see exactly where time went</a:t>
              </a:r>
            </a:p>
          </p:txBody>
        </p:sp>
      </p:grpSp>
      <p:grpSp>
        <p:nvGrpSpPr>
          <p:cNvPr id="7" name="群組 6">
            <a:extLst>
              <a:ext uri="{FF2B5EF4-FFF2-40B4-BE49-F238E27FC236}">
                <a16:creationId xmlns:a16="http://schemas.microsoft.com/office/drawing/2014/main" id="{EE66E486-B91C-80D5-69CF-EC2F0601DD97}"/>
              </a:ext>
            </a:extLst>
          </p:cNvPr>
          <p:cNvGrpSpPr/>
          <p:nvPr/>
        </p:nvGrpSpPr>
        <p:grpSpPr>
          <a:xfrm>
            <a:off x="457200" y="3703320"/>
            <a:ext cx="8229600" cy="822960"/>
            <a:chOff x="457200" y="3703320"/>
            <a:chExt cx="8229600" cy="822960"/>
          </a:xfrm>
        </p:grpSpPr>
        <p:sp>
          <p:nvSpPr>
            <p:cNvPr id="40" name="Row4BG">
              <a:extLst>
                <a:ext uri="{FF2B5EF4-FFF2-40B4-BE49-F238E27FC236}">
                  <a16:creationId xmlns:a16="http://schemas.microsoft.com/office/drawing/2014/main" id="{0E512E9D-A781-2E02-2F69-8B8F729A1815}"/>
                </a:ext>
              </a:extLst>
            </p:cNvPr>
            <p:cNvSpPr/>
            <p:nvPr/>
          </p:nvSpPr>
          <p:spPr>
            <a:xfrm>
              <a:off x="457200" y="3703320"/>
              <a:ext cx="8229600" cy="822960"/>
            </a:xfrm>
            <a:prstGeom prst="roundRect">
              <a:avLst>
                <a:gd name="adj" fmla="val 8000"/>
              </a:avLst>
            </a:prstGeom>
            <a:solidFill>
              <a:srgbClr val="1F0F2A">
                <a:alpha val="80000"/>
              </a:srgbClr>
            </a:solidFill>
            <a:ln w="12700">
              <a:solidFill>
                <a:srgbClr val="A855F7">
                  <a:alpha val="40000"/>
                </a:srgbClr>
              </a:solidFill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1" name="Row4Num">
              <a:extLst>
                <a:ext uri="{FF2B5EF4-FFF2-40B4-BE49-F238E27FC236}">
                  <a16:creationId xmlns:a16="http://schemas.microsoft.com/office/drawing/2014/main" id="{99288BA4-0EA4-F1DF-2947-4D69C04924E4}"/>
                </a:ext>
              </a:extLst>
            </p:cNvPr>
            <p:cNvSpPr/>
            <p:nvPr/>
          </p:nvSpPr>
          <p:spPr>
            <a:xfrm>
              <a:off x="548640" y="3840480"/>
              <a:ext cx="411480" cy="548640"/>
            </a:xfrm>
            <a:prstGeom prst="roundRect">
              <a:avLst>
                <a:gd name="adj" fmla="val 16667"/>
              </a:avLst>
            </a:prstGeom>
            <a:solidFill>
              <a:srgbClr val="A855F7"/>
            </a:solidFill>
            <a:ln w="0">
              <a:noFill/>
            </a:ln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Arial Black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2" name="Row4Pain">
              <a:extLst>
                <a:ext uri="{FF2B5EF4-FFF2-40B4-BE49-F238E27FC236}">
                  <a16:creationId xmlns:a16="http://schemas.microsoft.com/office/drawing/2014/main" id="{A6B2C291-485A-FF5D-D739-6D5807E9F64A}"/>
                </a:ext>
              </a:extLst>
            </p:cNvPr>
            <p:cNvSpPr/>
            <p:nvPr/>
          </p:nvSpPr>
          <p:spPr>
            <a:xfrm>
              <a:off x="1051560" y="3749040"/>
              <a:ext cx="21945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1440" tIns="45720" rIns="91440" b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A855F7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Backup, Sync &amp; Analysis</a:t>
              </a:r>
            </a:p>
          </p:txBody>
        </p:sp>
        <p:sp>
          <p:nvSpPr>
            <p:cNvPr id="43" name="Row4Arrow">
              <a:extLst>
                <a:ext uri="{FF2B5EF4-FFF2-40B4-BE49-F238E27FC236}">
                  <a16:creationId xmlns:a16="http://schemas.microsoft.com/office/drawing/2014/main" id="{8DDE564E-53BD-0846-0684-9486FFEF3BA9}"/>
                </a:ext>
              </a:extLst>
            </p:cNvPr>
            <p:cNvSpPr/>
            <p:nvPr/>
          </p:nvSpPr>
          <p:spPr>
            <a:xfrm>
              <a:off x="3246120" y="3749040"/>
              <a:ext cx="3657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A855F7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44" name="Row4Sol">
              <a:extLst>
                <a:ext uri="{FF2B5EF4-FFF2-40B4-BE49-F238E27FC236}">
                  <a16:creationId xmlns:a16="http://schemas.microsoft.com/office/drawing/2014/main" id="{BA7E6EB2-F9A2-A4E8-0D1E-F99637478093}"/>
                </a:ext>
              </a:extLst>
            </p:cNvPr>
            <p:cNvSpPr/>
            <p:nvPr/>
          </p:nvSpPr>
          <p:spPr>
            <a:xfrm>
              <a:off x="3611880" y="3749040"/>
              <a:ext cx="49377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1440" tIns="45720" rIns="91440" b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Google Drive </a:t>
              </a:r>
              <a:r>
                <a:rPr kumimoji="0" lang="zh-TW" alt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Sync for Advanced Analysis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CBD5E1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Fast local operation, works offline, data in your own cloud drive</a:t>
              </a:r>
            </a:p>
          </p:txBody>
        </p:sp>
      </p:grpSp>
      <p:pic>
        <p:nvPicPr>
          <p:cNvPr id="50" name="Logo" descr="nbl_logo.png">
            <a:extLst>
              <a:ext uri="{FF2B5EF4-FFF2-40B4-BE49-F238E27FC236}">
                <a16:creationId xmlns:a16="http://schemas.microsoft.com/office/drawing/2014/main" id="{D61D64DD-5E78-0D3D-B9AD-321D120C8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4572000"/>
            <a:ext cx="411480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545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Pomodoro Technique: Single-Threaded Brain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Once in work mode, use the Pomodoro technique to keep your brain single-threaded — focus on one thing at a time.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2560320"/>
            <a:ext cx="2743200" cy="2286000"/>
          </a:xfrm>
          <a:prstGeom prst="ellipse">
            <a:avLst/>
          </a:prstGeom>
          <a:solidFill>
            <a:srgbClr val="1E3A5F"/>
          </a:solidFill>
          <a:ln w="508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3200400" y="256032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30:00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200400" y="38404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kern="0" spc="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2103120" cy="594360"/>
          </a:xfrm>
          <a:prstGeom prst="rect">
            <a:avLst/>
          </a:prstGeom>
          <a:solidFill>
            <a:srgbClr val="2D4A7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54864" cy="5943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594360" y="29260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One Thing at a Time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2103120" cy="594360"/>
          </a:xfrm>
          <a:prstGeom prst="rect">
            <a:avLst/>
          </a:prstGeom>
          <a:solidFill>
            <a:srgbClr val="2D4A7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54864" cy="5943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594360" y="37490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Focus Mode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83680" y="2926080"/>
            <a:ext cx="2103120" cy="594360"/>
          </a:xfrm>
          <a:prstGeom prst="rect">
            <a:avLst/>
          </a:prstGeom>
          <a:solidFill>
            <a:srgbClr val="2D4A7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6583680" y="2926080"/>
            <a:ext cx="54864" cy="5943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6720840" y="29260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Timed Records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83680" y="3749040"/>
            <a:ext cx="2103120" cy="594360"/>
          </a:xfrm>
          <a:prstGeom prst="rect">
            <a:avLst/>
          </a:prstGeom>
          <a:solidFill>
            <a:srgbClr val="2D4A7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6583680" y="3749040"/>
            <a:ext cx="54864" cy="59436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6720840" y="37490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Auto-Tracking</a:t>
            </a:r>
            <a:endParaRPr lang="en-US" sz="1400" dirty="0"/>
          </a:p>
        </p:txBody>
      </p:sp>
      <p:pic>
        <p:nvPicPr>
          <p:cNvPr id="21" name="Image 0" descr="nb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457200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3" name="Title"/>
          <p:cNvSpPr/>
          <p:nvPr/>
        </p:nvSpPr>
        <p:spPr>
          <a:xfrm>
            <a:off x="640080" y="252018"/>
            <a:ext cx="7863840" cy="5943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r>
              <a:rPr lang="zh-TW" altLang="en-US" sz="28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Interruption Source</a:t>
            </a:r>
            <a:r>
              <a:rPr lang="en-US" altLang="zh-TW" sz="28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r>
              <a:rPr lang="zh-TW" altLang="en-US" sz="28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: Flash of Inspiration</a:t>
            </a:r>
            <a:br>
              <a:rPr lang="en-US" altLang="zh-TW" sz="28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</a:br>
            <a:r>
              <a:rPr lang="zh-TW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</a:rPr>
              <a:t>Inbox</a:t>
            </a:r>
            <a:r>
              <a:rPr lang="zh-TW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</a:rPr>
              <a:t>: Quick Capture, Scheduled Sorting</a:t>
            </a:r>
            <a:endParaRPr lang="zh-TW" b="1" dirty="0">
              <a:solidFill>
                <a:srgbClr val="FFFFFF"/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4" name="Sep"/>
          <p:cNvSpPr/>
          <p:nvPr/>
        </p:nvSpPr>
        <p:spPr>
          <a:xfrm>
            <a:off x="640080" y="931023"/>
            <a:ext cx="1371600" cy="36576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5" name="Subtitle"/>
          <p:cNvSpPr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zh-TW" sz="140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</a:rPr>
              <a:t>Toss in ideas anytime, sort them to the right place once a day</a:t>
            </a:r>
          </a:p>
        </p:txBody>
      </p:sp>
      <p:pic>
        <p:nvPicPr>
          <p:cNvPr id="6" name="IdeaIcon" descr="想法 外框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4320" y="2103120"/>
            <a:ext cx="731520" cy="731520"/>
          </a:xfrm>
          <a:prstGeom prst="rect">
            <a:avLst/>
          </a:prstGeom>
        </p:spPr>
      </p:pic>
      <p:sp>
        <p:nvSpPr>
          <p:cNvPr id="7" name="IdeaLabel"/>
          <p:cNvSpPr/>
          <p:nvPr/>
        </p:nvSpPr>
        <p:spPr>
          <a:xfrm>
            <a:off x="137160" y="2834640"/>
            <a:ext cx="1005840" cy="365760"/>
          </a:xfrm>
          <a:prstGeom prst="rect">
            <a:avLst/>
          </a:prstGeom>
          <a:noFill/>
          <a:ln w="0">
            <a:noFill/>
          </a:ln>
        </p:spPr>
        <p:txBody>
          <a:bodyPr wrap="square" rtlCol="0" anchor="t"/>
          <a:lstStyle/>
          <a:p>
            <a:pPr algn="ctr">
              <a:buNone/>
            </a:pPr>
            <a:r>
              <a:rPr lang="zh-TW" sz="100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</a:rPr>
              <a:t>Flash of Inspiration</a:t>
            </a:r>
          </a:p>
        </p:txBody>
      </p:sp>
      <p:sp>
        <p:nvSpPr>
          <p:cNvPr id="8" name="Arrow1"/>
          <p:cNvSpPr/>
          <p:nvPr/>
        </p:nvSpPr>
        <p:spPr>
          <a:xfrm>
            <a:off x="1143000" y="2194560"/>
            <a:ext cx="548640" cy="548640"/>
          </a:xfrm>
          <a:prstGeom prst="rect">
            <a:avLst/>
          </a:prstGeom>
          <a:noFill/>
          <a:ln w="0"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24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10" name="InboxBox"/>
          <p:cNvSpPr/>
          <p:nvPr/>
        </p:nvSpPr>
        <p:spPr>
          <a:xfrm>
            <a:off x="1737360" y="1645920"/>
            <a:ext cx="2560320" cy="31089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/>
          </a:p>
        </p:txBody>
      </p:sp>
      <p:sp>
        <p:nvSpPr>
          <p:cNvPr id="11" name="InboxHeader"/>
          <p:cNvSpPr/>
          <p:nvPr/>
        </p:nvSpPr>
        <p:spPr>
          <a:xfrm>
            <a:off x="1737360" y="1645920"/>
            <a:ext cx="2560320" cy="457200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 w="0"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1600" b="1" spc="400">
                <a:solidFill>
                  <a:srgbClr val="0F172A"/>
                </a:solidFill>
                <a:latin typeface="Arial Black"/>
              </a:rPr>
              <a:t>INBOX</a:t>
            </a:r>
          </a:p>
        </p:txBody>
      </p:sp>
      <p:sp>
        <p:nvSpPr>
          <p:cNvPr id="12" name="InboxItems"/>
          <p:cNvSpPr/>
          <p:nvPr/>
        </p:nvSpPr>
        <p:spPr>
          <a:xfrm>
            <a:off x="1874520" y="2194560"/>
            <a:ext cx="2286000" cy="237744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80000"/>
              </a:lnSpc>
              <a:buNone/>
            </a:pPr>
            <a:r>
              <a:rPr lang="zh-TW" sz="110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</a:rPr>
              <a:t>● Idea A</a:t>
            </a:r>
          </a:p>
          <a:p>
            <a:pPr marL="0" indent="0">
              <a:lnSpc>
                <a:spcPct val="180000"/>
              </a:lnSpc>
              <a:buNone/>
            </a:pPr>
            <a:r>
              <a:rPr lang="zh-TW" sz="110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</a:rPr>
              <a:t>● Idea B</a:t>
            </a:r>
          </a:p>
          <a:p>
            <a:pPr marL="0" indent="0">
              <a:lnSpc>
                <a:spcPct val="180000"/>
              </a:lnSpc>
              <a:buNone/>
            </a:pPr>
            <a:r>
              <a:rPr lang="zh-TW" sz="110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</a:rPr>
              <a:t>● Idea C</a:t>
            </a:r>
          </a:p>
          <a:p>
            <a:pPr marL="0" indent="0">
              <a:lnSpc>
                <a:spcPct val="180000"/>
              </a:lnSpc>
              <a:buNone/>
            </a:pPr>
            <a:r>
              <a:rPr lang="zh-TW" sz="110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</a:rPr>
              <a:t>● Idea D</a:t>
            </a:r>
          </a:p>
          <a:p>
            <a:pPr marL="0" indent="0">
              <a:lnSpc>
                <a:spcPct val="250000"/>
              </a:lnSpc>
              <a:buNone/>
            </a:pPr>
            <a:r>
              <a:rPr lang="zh-TW" sz="900" i="1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</a:rPr>
              <a:t>URLs link to the corresponding app or page</a:t>
            </a:r>
          </a:p>
        </p:txBody>
      </p:sp>
      <p:sp>
        <p:nvSpPr>
          <p:cNvPr id="13" name="DailyLabel"/>
          <p:cNvSpPr/>
          <p:nvPr/>
        </p:nvSpPr>
        <p:spPr>
          <a:xfrm>
            <a:off x="3474720" y="4114800"/>
            <a:ext cx="822960" cy="640080"/>
          </a:xfrm>
          <a:prstGeom prst="rect">
            <a:avLst/>
          </a:prstGeom>
          <a:noFill/>
          <a:ln w="0"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zh-TW" sz="110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</a:rPr>
              <a:t>Daily</a:t>
            </a:r>
          </a:p>
          <a:p>
            <a:pPr algn="ctr">
              <a:buNone/>
            </a:pPr>
            <a:r>
              <a:rPr lang="zh-TW" sz="110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</a:rPr>
              <a:t>Sorting</a:t>
            </a:r>
          </a:p>
        </p:txBody>
      </p:sp>
      <p:sp>
        <p:nvSpPr>
          <p:cNvPr id="14" name="Arrow2"/>
          <p:cNvSpPr/>
          <p:nvPr/>
        </p:nvSpPr>
        <p:spPr>
          <a:xfrm>
            <a:off x="4297680" y="2651760"/>
            <a:ext cx="731520" cy="1554480"/>
          </a:xfrm>
          <a:prstGeom prst="rect">
            <a:avLst/>
          </a:prstGeom>
          <a:noFill/>
          <a:ln w="0"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1100" b="1">
                <a:solidFill>
                  <a:srgbClr val="F59E0B"/>
                </a:solidFill>
                <a:latin typeface="Arial Black"/>
              </a:rPr>
              <a:t>MOVE →</a:t>
            </a:r>
          </a:p>
        </p:txBody>
      </p:sp>
      <p:sp>
        <p:nvSpPr>
          <p:cNvPr id="20" name="Card1BG"/>
          <p:cNvSpPr/>
          <p:nvPr/>
        </p:nvSpPr>
        <p:spPr>
          <a:xfrm>
            <a:off x="5029200" y="1645920"/>
            <a:ext cx="3886200" cy="4572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0"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21" name="Card1Accent"/>
          <p:cNvSpPr/>
          <p:nvPr/>
        </p:nvSpPr>
        <p:spPr>
          <a:xfrm>
            <a:off x="5029200" y="1645920"/>
            <a:ext cx="54864" cy="4572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22" name="Card1Text"/>
          <p:cNvSpPr/>
          <p:nvPr/>
        </p:nvSpPr>
        <p:spPr>
          <a:xfrm>
            <a:off x="5212080" y="1645920"/>
            <a:ext cx="370332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9144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</a:rPr>
              <a:t>Task Pool</a:t>
            </a:r>
            <a:r>
              <a:rPr lang="zh-TW" sz="110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</a:rPr>
              <a:t> Long-term Projects</a:t>
            </a:r>
            <a:endParaRPr lang="zh-TW" sz="1100" dirty="0">
              <a:solidFill>
                <a:srgbClr val="94A3B8"/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23" name="Card2BG"/>
          <p:cNvSpPr/>
          <p:nvPr/>
        </p:nvSpPr>
        <p:spPr>
          <a:xfrm>
            <a:off x="5029200" y="2194560"/>
            <a:ext cx="3886200" cy="4572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0"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24" name="Card2Accent"/>
          <p:cNvSpPr/>
          <p:nvPr/>
        </p:nvSpPr>
        <p:spPr>
          <a:xfrm>
            <a:off x="5029200" y="2194560"/>
            <a:ext cx="54864" cy="457200"/>
          </a:xfrm>
          <a:prstGeom prst="rect">
            <a:avLst/>
          </a:prstGeom>
          <a:solidFill>
            <a:srgbClr val="22C55E"/>
          </a:solidFill>
          <a:ln w="0"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25" name="Card2Text"/>
          <p:cNvSpPr/>
          <p:nvPr/>
        </p:nvSpPr>
        <p:spPr>
          <a:xfrm>
            <a:off x="5212080" y="2194560"/>
            <a:ext cx="370332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9144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</a:rPr>
              <a:t>Micro Tasks</a:t>
            </a:r>
            <a:r>
              <a:rPr lang="zh-TW" sz="110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</a:rPr>
              <a:t> Short-term Tasks</a:t>
            </a:r>
          </a:p>
        </p:txBody>
      </p:sp>
      <p:sp>
        <p:nvSpPr>
          <p:cNvPr id="26" name="Card3BG"/>
          <p:cNvSpPr/>
          <p:nvPr/>
        </p:nvSpPr>
        <p:spPr>
          <a:xfrm>
            <a:off x="5029200" y="2743200"/>
            <a:ext cx="3886200" cy="4572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0"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27" name="Card3Accent"/>
          <p:cNvSpPr/>
          <p:nvPr/>
        </p:nvSpPr>
        <p:spPr>
          <a:xfrm>
            <a:off x="5029200" y="2743200"/>
            <a:ext cx="54864" cy="45720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28" name="Card3Text"/>
          <p:cNvSpPr/>
          <p:nvPr/>
        </p:nvSpPr>
        <p:spPr>
          <a:xfrm>
            <a:off x="5212080" y="2743200"/>
            <a:ext cx="370332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9144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</a:rPr>
              <a:t>Scheduled</a:t>
            </a:r>
            <a:r>
              <a:rPr lang="zh-TW" sz="110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</a:rPr>
              <a:t> Scheduled / Callback Tasks</a:t>
            </a:r>
          </a:p>
        </p:txBody>
      </p:sp>
      <p:sp>
        <p:nvSpPr>
          <p:cNvPr id="29" name="Card4BG"/>
          <p:cNvSpPr/>
          <p:nvPr/>
        </p:nvSpPr>
        <p:spPr>
          <a:xfrm>
            <a:off x="5029200" y="3291840"/>
            <a:ext cx="3886200" cy="4572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0"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30" name="Card4Accent"/>
          <p:cNvSpPr/>
          <p:nvPr/>
        </p:nvSpPr>
        <p:spPr>
          <a:xfrm>
            <a:off x="5029200" y="3291840"/>
            <a:ext cx="54864" cy="45720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31" name="Card4Text"/>
          <p:cNvSpPr/>
          <p:nvPr/>
        </p:nvSpPr>
        <p:spPr>
          <a:xfrm>
            <a:off x="5212080" y="3291840"/>
            <a:ext cx="370332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9144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</a:rPr>
              <a:t>Resources</a:t>
            </a:r>
            <a:r>
              <a:rPr lang="zh-TW" sz="110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</a:rPr>
              <a:t> Future Reference</a:t>
            </a:r>
          </a:p>
        </p:txBody>
      </p:sp>
      <p:sp>
        <p:nvSpPr>
          <p:cNvPr id="32" name="Card5BG"/>
          <p:cNvSpPr/>
          <p:nvPr/>
        </p:nvSpPr>
        <p:spPr>
          <a:xfrm>
            <a:off x="5029200" y="3840480"/>
            <a:ext cx="3886200" cy="4572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dash"/>
          </a:ln>
        </p:spPr>
        <p:txBody>
          <a:bodyPr/>
          <a:lstStyle/>
          <a:p>
            <a:endParaRPr lang="zh-TW"/>
          </a:p>
        </p:txBody>
      </p:sp>
      <p:sp>
        <p:nvSpPr>
          <p:cNvPr id="33" name="Card5Accent"/>
          <p:cNvSpPr/>
          <p:nvPr/>
        </p:nvSpPr>
        <p:spPr>
          <a:xfrm>
            <a:off x="5029200" y="3840480"/>
            <a:ext cx="54864" cy="45720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34" name="Card5Text"/>
          <p:cNvSpPr/>
          <p:nvPr/>
        </p:nvSpPr>
        <p:spPr>
          <a:xfrm>
            <a:off x="5212080" y="3840480"/>
            <a:ext cx="370332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91440" rtlCol="0" anchor="ctr"/>
          <a:lstStyle/>
          <a:p>
            <a:pPr marL="0" indent="0">
              <a:buNone/>
            </a:pPr>
            <a:r>
              <a:rPr lang="zh-TW" sz="1300" b="1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</a:rPr>
              <a:t>Stay in Inbox</a:t>
            </a:r>
            <a:r>
              <a:rPr lang="zh-TW" sz="1100" i="1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</a:rPr>
              <a:t> Being lazy is fine!</a:t>
            </a:r>
          </a:p>
        </p:txBody>
      </p:sp>
      <p:pic>
        <p:nvPicPr>
          <p:cNvPr id="50" name="Logo" descr="nbl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4572000"/>
            <a:ext cx="411480" cy="411480"/>
          </a:xfrm>
          <a:prstGeom prst="rect">
            <a:avLst/>
          </a:prstGeom>
        </p:spPr>
      </p:pic>
      <p:sp>
        <p:nvSpPr>
          <p:cNvPr id="9" name="左大括弧 8">
            <a:extLst>
              <a:ext uri="{FF2B5EF4-FFF2-40B4-BE49-F238E27FC236}">
                <a16:creationId xmlns:a16="http://schemas.microsoft.com/office/drawing/2014/main" id="{4C98E1E6-1408-802E-4901-4E66A7F0AE4B}"/>
              </a:ext>
            </a:extLst>
          </p:cNvPr>
          <p:cNvSpPr/>
          <p:nvPr/>
        </p:nvSpPr>
        <p:spPr>
          <a:xfrm>
            <a:off x="4846322" y="1884218"/>
            <a:ext cx="182878" cy="1133302"/>
          </a:xfrm>
          <a:prstGeom prst="leftBrac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Card1Text">
            <a:extLst>
              <a:ext uri="{FF2B5EF4-FFF2-40B4-BE49-F238E27FC236}">
                <a16:creationId xmlns:a16="http://schemas.microsoft.com/office/drawing/2014/main" id="{D16CF9E5-A35E-8DD9-4407-4FD8A0AAFC78}"/>
              </a:ext>
            </a:extLst>
          </p:cNvPr>
          <p:cNvSpPr/>
          <p:nvPr/>
        </p:nvSpPr>
        <p:spPr>
          <a:xfrm>
            <a:off x="4508824" y="2171008"/>
            <a:ext cx="29261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91440" rtlCol="0" anchor="ctr"/>
          <a:lstStyle/>
          <a:p>
            <a:pPr marL="0" indent="0">
              <a:buNone/>
            </a:pPr>
            <a:r>
              <a:rPr lang="zh-TW" altLang="en-US" sz="13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</a:rPr>
              <a:t>T</a:t>
            </a:r>
            <a:endParaRPr lang="en-US" altLang="zh-TW" sz="1300" b="1" dirty="0">
              <a:solidFill>
                <a:srgbClr val="FFFFFF"/>
              </a:solidFill>
              <a:latin typeface="Microsoft JhengHei" pitchFamily="34" charset="0"/>
              <a:ea typeface="Microsoft JhengHei" pitchFamily="34" charset="-122"/>
            </a:endParaRPr>
          </a:p>
          <a:p>
            <a:pPr marL="0" indent="0">
              <a:buNone/>
            </a:pPr>
            <a:r>
              <a:rPr lang="zh-TW" altLang="en-US" sz="13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</a:rPr>
              <a:t>y</a:t>
            </a:r>
            <a:endParaRPr lang="en-US" altLang="zh-TW" sz="1300" b="1" dirty="0">
              <a:solidFill>
                <a:srgbClr val="FFFFFF"/>
              </a:solidFill>
              <a:latin typeface="Microsoft JhengHei" pitchFamily="34" charset="0"/>
              <a:ea typeface="Microsoft JhengHei" pitchFamily="34" charset="-122"/>
            </a:endParaRPr>
          </a:p>
          <a:p>
            <a:pPr marL="0" indent="0">
              <a:buNone/>
            </a:pPr>
            <a:r>
              <a:rPr lang="zh-TW" altLang="en-US" sz="13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</a:rPr>
              <a:t>p</a:t>
            </a:r>
            <a:endParaRPr lang="en-US" altLang="zh-TW" sz="1300" b="1" dirty="0">
              <a:solidFill>
                <a:srgbClr val="FFFFFF"/>
              </a:solidFill>
              <a:latin typeface="Microsoft JhengHei" pitchFamily="34" charset="0"/>
              <a:ea typeface="Microsoft JhengHei" pitchFamily="34" charset="-122"/>
            </a:endParaRPr>
          </a:p>
          <a:p>
            <a:pPr marL="0" indent="0">
              <a:buNone/>
            </a:pPr>
            <a:r>
              <a:rPr lang="zh-TW" altLang="en-US" sz="13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</a:rPr>
              <a:t>e</a:t>
            </a:r>
            <a:endParaRPr lang="zh-TW" sz="1100" dirty="0">
              <a:solidFill>
                <a:srgbClr val="94A3B8"/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8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Interruption Source</a:t>
            </a:r>
            <a:r>
              <a:rPr lang="en-US" altLang="zh-TW" sz="28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r>
              <a:rPr lang="zh-TW" altLang="en-US" sz="28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: Must-Handle-Now Interrupts</a:t>
            </a:r>
            <a:br>
              <a:rPr lang="en-US" altLang="zh-TW" sz="28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</a:br>
            <a:r>
              <a:rPr lang="en-US" b="1" err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Enter Interrupt Mode Anytime</a:t>
            </a:r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207008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828800" cy="1188720"/>
          </a:xfrm>
          <a:prstGeom prst="rect">
            <a:avLst/>
          </a:prstGeom>
          <a:solidFill>
            <a:srgbClr val="1E3A5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8288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20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WORKING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Working</a:t>
            </a:r>
            <a:endParaRPr lang="en-US" sz="1600"/>
          </a:p>
        </p:txBody>
      </p: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CAECD768-20EC-5850-7DC1-0BCA52B0054B}"/>
              </a:ext>
            </a:extLst>
          </p:cNvPr>
          <p:cNvGrpSpPr/>
          <p:nvPr/>
        </p:nvGrpSpPr>
        <p:grpSpPr>
          <a:xfrm>
            <a:off x="2542312" y="1556974"/>
            <a:ext cx="2687084" cy="1188720"/>
            <a:chOff x="2542312" y="1556974"/>
            <a:chExt cx="2687084" cy="1188720"/>
          </a:xfrm>
        </p:grpSpPr>
        <p:sp>
          <p:nvSpPr>
            <p:cNvPr id="9" name="Text 7"/>
            <p:cNvSpPr/>
            <p:nvPr/>
          </p:nvSpPr>
          <p:spPr>
            <a:xfrm>
              <a:off x="2542312" y="1737360"/>
              <a:ext cx="64008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>
                  <a:solidFill>
                    <a:srgbClr val="F59E0B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&gt;&gt;</a:t>
              </a:r>
              <a:endParaRPr lang="en-US" sz="2000"/>
            </a:p>
          </p:txBody>
        </p:sp>
        <p:sp>
          <p:nvSpPr>
            <p:cNvPr id="10" name="Shape 8"/>
            <p:cNvSpPr/>
            <p:nvPr/>
          </p:nvSpPr>
          <p:spPr>
            <a:xfrm>
              <a:off x="3400596" y="1556974"/>
              <a:ext cx="1828800" cy="1188720"/>
            </a:xfrm>
            <a:prstGeom prst="rect">
              <a:avLst/>
            </a:prstGeom>
            <a:solidFill>
              <a:srgbClr val="1E3A5F"/>
            </a:solidFill>
            <a:ln/>
            <a:effectLst>
              <a:outerShdw blurRad="762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Shape 9"/>
            <p:cNvSpPr/>
            <p:nvPr/>
          </p:nvSpPr>
          <p:spPr>
            <a:xfrm>
              <a:off x="3400596" y="1556974"/>
              <a:ext cx="1828800" cy="54864"/>
            </a:xfrm>
            <a:prstGeom prst="rect">
              <a:avLst/>
            </a:prstGeom>
            <a:solidFill>
              <a:srgbClr val="F59E0B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" name="Text 10"/>
            <p:cNvSpPr/>
            <p:nvPr/>
          </p:nvSpPr>
          <p:spPr>
            <a:xfrm>
              <a:off x="3400596" y="1694134"/>
              <a:ext cx="18288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kern="0" spc="200">
                  <a:solidFill>
                    <a:srgbClr val="F59E0B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INTERRUPT</a:t>
              </a:r>
              <a:endParaRPr lang="en-US" sz="1000"/>
            </a:p>
          </p:txBody>
        </p:sp>
        <p:sp>
          <p:nvSpPr>
            <p:cNvPr id="13" name="Text 11"/>
            <p:cNvSpPr/>
            <p:nvPr/>
          </p:nvSpPr>
          <p:spPr>
            <a:xfrm>
              <a:off x="3400596" y="2105614"/>
              <a:ext cx="1828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Interrupt</a:t>
              </a:r>
              <a:endParaRPr lang="en-US" sz="1600"/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67F80EBA-CF71-7C83-9272-B43325DC4E90}"/>
              </a:ext>
            </a:extLst>
          </p:cNvPr>
          <p:cNvGrpSpPr/>
          <p:nvPr/>
        </p:nvGrpSpPr>
        <p:grpSpPr>
          <a:xfrm>
            <a:off x="5489171" y="1554480"/>
            <a:ext cx="2855421" cy="1188720"/>
            <a:chOff x="5489171" y="1554480"/>
            <a:chExt cx="2855421" cy="1188720"/>
          </a:xfrm>
        </p:grpSpPr>
        <p:sp>
          <p:nvSpPr>
            <p:cNvPr id="14" name="Text 12"/>
            <p:cNvSpPr/>
            <p:nvPr/>
          </p:nvSpPr>
          <p:spPr>
            <a:xfrm>
              <a:off x="5489171" y="1737360"/>
              <a:ext cx="64008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>
                  <a:solidFill>
                    <a:srgbClr val="F59E0B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&gt;&gt;</a:t>
              </a:r>
              <a:endParaRPr lang="en-US" sz="2000"/>
            </a:p>
          </p:txBody>
        </p:sp>
        <p:sp>
          <p:nvSpPr>
            <p:cNvPr id="20" name="Shape 18"/>
            <p:cNvSpPr/>
            <p:nvPr/>
          </p:nvSpPr>
          <p:spPr>
            <a:xfrm>
              <a:off x="6515792" y="1554480"/>
              <a:ext cx="1828800" cy="1188720"/>
            </a:xfrm>
            <a:prstGeom prst="rect">
              <a:avLst/>
            </a:prstGeom>
            <a:solidFill>
              <a:srgbClr val="1E3A5F"/>
            </a:solidFill>
            <a:ln/>
            <a:effectLst>
              <a:outerShdw blurRad="762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Shape 19"/>
            <p:cNvSpPr/>
            <p:nvPr/>
          </p:nvSpPr>
          <p:spPr>
            <a:xfrm>
              <a:off x="6515792" y="1554480"/>
              <a:ext cx="1828800" cy="54864"/>
            </a:xfrm>
            <a:prstGeom prst="rect">
              <a:avLst/>
            </a:prstGeom>
            <a:solidFill>
              <a:srgbClr val="22C55E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2" name="Text 20"/>
            <p:cNvSpPr/>
            <p:nvPr/>
          </p:nvSpPr>
          <p:spPr>
            <a:xfrm>
              <a:off x="6515792" y="1691640"/>
              <a:ext cx="18288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kern="0" spc="200">
                  <a:solidFill>
                    <a:srgbClr val="22C55E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LOG BOTH</a:t>
              </a:r>
              <a:endParaRPr lang="en-US" sz="1000"/>
            </a:p>
          </p:txBody>
        </p:sp>
        <p:sp>
          <p:nvSpPr>
            <p:cNvPr id="23" name="Text 21"/>
            <p:cNvSpPr/>
            <p:nvPr/>
          </p:nvSpPr>
          <p:spPr>
            <a:xfrm>
              <a:off x="6515792" y="2103120"/>
              <a:ext cx="1828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Log</a:t>
              </a:r>
              <a:endParaRPr lang="en-US" sz="1600"/>
            </a:p>
          </p:txBody>
        </p:sp>
      </p:grpSp>
      <p:sp>
        <p:nvSpPr>
          <p:cNvPr id="24" name="Shape 22"/>
          <p:cNvSpPr/>
          <p:nvPr/>
        </p:nvSpPr>
        <p:spPr>
          <a:xfrm>
            <a:off x="640080" y="3200400"/>
            <a:ext cx="73152" cy="320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Interruptions are tasks too, with clear start and end times</a:t>
            </a:r>
            <a:endParaRPr lang="en-US" sz="1400"/>
          </a:p>
        </p:txBody>
      </p:sp>
      <p:sp>
        <p:nvSpPr>
          <p:cNvPr id="26" name="Shape 24"/>
          <p:cNvSpPr/>
          <p:nvPr/>
        </p:nvSpPr>
        <p:spPr>
          <a:xfrm>
            <a:off x="640080" y="3657600"/>
            <a:ext cx="73152" cy="320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After an interrupt ends, it's logged just like any other task</a:t>
            </a:r>
            <a:endParaRPr lang="en-US" sz="1400"/>
          </a:p>
        </p:txBody>
      </p:sp>
      <p:sp>
        <p:nvSpPr>
          <p:cNvPr id="28" name="Shape 26"/>
          <p:cNvSpPr/>
          <p:nvPr/>
        </p:nvSpPr>
        <p:spPr>
          <a:xfrm>
            <a:off x="640080" y="4114800"/>
            <a:ext cx="73152" cy="320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Interruptions no longer derail your entire workflow</a:t>
            </a:r>
            <a:endParaRPr lang="en-US" sz="1400"/>
          </a:p>
        </p:txBody>
      </p:sp>
      <p:sp>
        <p:nvSpPr>
          <p:cNvPr id="30" name="Shape 28"/>
          <p:cNvSpPr/>
          <p:nvPr/>
        </p:nvSpPr>
        <p:spPr>
          <a:xfrm>
            <a:off x="640080" y="4572000"/>
            <a:ext cx="73152" cy="320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All time is tracked — nothing disappears</a:t>
            </a:r>
            <a:endParaRPr lang="en-US" sz="1400"/>
          </a:p>
        </p:txBody>
      </p:sp>
      <p:pic>
        <p:nvPicPr>
          <p:cNvPr id="32" name="Image 0" descr="nb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457200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00D656-EDF4-89D1-3676-9E5A51F02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>
            <a:extLst>
              <a:ext uri="{FF2B5EF4-FFF2-40B4-BE49-F238E27FC236}">
                <a16:creationId xmlns:a16="http://schemas.microsoft.com/office/drawing/2014/main" id="{02001E89-EF0D-72EE-55FC-49BDC45FB44F}"/>
              </a:ext>
            </a:extLst>
          </p:cNvPr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26A011B-8EE3-ED45-FABE-3CAEE28FC732}"/>
              </a:ext>
            </a:extLst>
          </p:cNvPr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+mn-cs"/>
              </a:rPr>
              <a:t>Pain Points → Solution Overview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19C932C3-E45E-40F1-57D4-E43D311D4F96}"/>
              </a:ext>
            </a:extLst>
          </p:cNvPr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+mn-cs"/>
              </a:rPr>
              <a:t>NonBlockingLife </a:t>
            </a:r>
            <a:r>
              <a: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+mn-cs"/>
              </a:rPr>
              <a:t>Four Core Solutions</a:t>
            </a:r>
          </a:p>
        </p:txBody>
      </p:sp>
      <p:sp>
        <p:nvSpPr>
          <p:cNvPr id="10" name="Row1BG">
            <a:extLst>
              <a:ext uri="{FF2B5EF4-FFF2-40B4-BE49-F238E27FC236}">
                <a16:creationId xmlns:a16="http://schemas.microsoft.com/office/drawing/2014/main" id="{B08F1733-0E05-33BB-51B3-85529D58F595}"/>
              </a:ext>
            </a:extLst>
          </p:cNvPr>
          <p:cNvSpPr/>
          <p:nvPr/>
        </p:nvSpPr>
        <p:spPr>
          <a:xfrm>
            <a:off x="457200" y="960120"/>
            <a:ext cx="8229600" cy="822960"/>
          </a:xfrm>
          <a:prstGeom prst="roundRect">
            <a:avLst>
              <a:gd name="adj" fmla="val 8000"/>
            </a:avLst>
          </a:prstGeom>
          <a:solidFill>
            <a:srgbClr val="1E1A0F">
              <a:alpha val="80000"/>
            </a:srgbClr>
          </a:solidFill>
          <a:ln w="12700">
            <a:solidFill>
              <a:srgbClr val="F59E0B">
                <a:alpha val="40000"/>
              </a:srgbClr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1" name="Row1Num">
            <a:extLst>
              <a:ext uri="{FF2B5EF4-FFF2-40B4-BE49-F238E27FC236}">
                <a16:creationId xmlns:a16="http://schemas.microsoft.com/office/drawing/2014/main" id="{6D1017AA-03B2-5C2B-5FDD-3CB5869D863D}"/>
              </a:ext>
            </a:extLst>
          </p:cNvPr>
          <p:cNvSpPr/>
          <p:nvPr/>
        </p:nvSpPr>
        <p:spPr>
          <a:xfrm>
            <a:off x="548640" y="1097280"/>
            <a:ext cx="411480" cy="5486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0">
            <a:noFill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t>1</a:t>
            </a:r>
          </a:p>
        </p:txBody>
      </p:sp>
      <p:sp>
        <p:nvSpPr>
          <p:cNvPr id="12" name="Row1Pain">
            <a:extLst>
              <a:ext uri="{FF2B5EF4-FFF2-40B4-BE49-F238E27FC236}">
                <a16:creationId xmlns:a16="http://schemas.microsoft.com/office/drawing/2014/main" id="{86D8943F-C915-BE41-D4CC-AA5DC15E397B}"/>
              </a:ext>
            </a:extLst>
          </p:cNvPr>
          <p:cNvSpPr/>
          <p:nvPr/>
        </p:nvSpPr>
        <p:spPr>
          <a:xfrm>
            <a:off x="1051560" y="1005840"/>
            <a:ext cx="2194560" cy="73152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+mn-cs"/>
              </a:rPr>
              <a:t>Lists Scattered Everywhere</a:t>
            </a:r>
          </a:p>
        </p:txBody>
      </p:sp>
      <p:sp>
        <p:nvSpPr>
          <p:cNvPr id="13" name="Row1Arrow">
            <a:extLst>
              <a:ext uri="{FF2B5EF4-FFF2-40B4-BE49-F238E27FC236}">
                <a16:creationId xmlns:a16="http://schemas.microsoft.com/office/drawing/2014/main" id="{497B0A1A-0285-5F23-4A32-24267D35AE38}"/>
              </a:ext>
            </a:extLst>
          </p:cNvPr>
          <p:cNvSpPr/>
          <p:nvPr/>
        </p:nvSpPr>
        <p:spPr>
          <a:xfrm>
            <a:off x="3246120" y="1005840"/>
            <a:ext cx="365760" cy="731520"/>
          </a:xfrm>
          <a:prstGeom prst="rect">
            <a:avLst/>
          </a:prstGeom>
          <a:noFill/>
          <a:ln w="0">
            <a:noFill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→</a:t>
            </a:r>
          </a:p>
        </p:txBody>
      </p:sp>
      <p:sp>
        <p:nvSpPr>
          <p:cNvPr id="14" name="Row1Sol">
            <a:extLst>
              <a:ext uri="{FF2B5EF4-FFF2-40B4-BE49-F238E27FC236}">
                <a16:creationId xmlns:a16="http://schemas.microsoft.com/office/drawing/2014/main" id="{1008F677-2B00-5F62-297F-61BDE6BDBACF}"/>
              </a:ext>
            </a:extLst>
          </p:cNvPr>
          <p:cNvSpPr/>
          <p:nvPr/>
        </p:nvSpPr>
        <p:spPr>
          <a:xfrm>
            <a:off x="3611880" y="1005840"/>
            <a:ext cx="4937760" cy="73152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+mn-cs"/>
              </a:rPr>
              <a:t>Control Center </a:t>
            </a:r>
            <a:r>
              <a:rPr kumimoji="0" lang="en-US" altLang="zh-TW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+mn-cs"/>
              </a:rPr>
              <a:t>+ Candidates </a:t>
            </a:r>
            <a:r>
              <a:rPr kumimoji="0" lang="zh-TW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+mn-cs"/>
              </a:rPr>
              <a:t>Page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50" b="0" i="0" u="none" strike="noStrike" kern="120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+mn-cs"/>
              </a:rPr>
              <a:t>Single window, auto-lists tasks, quickly decide and start working</a:t>
            </a: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1C0E8B60-8449-04D0-2B94-12B0F258193B}"/>
              </a:ext>
            </a:extLst>
          </p:cNvPr>
          <p:cNvGrpSpPr/>
          <p:nvPr/>
        </p:nvGrpSpPr>
        <p:grpSpPr>
          <a:xfrm>
            <a:off x="457200" y="1874520"/>
            <a:ext cx="8229600" cy="822960"/>
            <a:chOff x="457200" y="1874520"/>
            <a:chExt cx="8229600" cy="822960"/>
          </a:xfrm>
        </p:grpSpPr>
        <p:sp>
          <p:nvSpPr>
            <p:cNvPr id="20" name="Row2BG">
              <a:extLst>
                <a:ext uri="{FF2B5EF4-FFF2-40B4-BE49-F238E27FC236}">
                  <a16:creationId xmlns:a16="http://schemas.microsoft.com/office/drawing/2014/main" id="{AB5BCC04-39D8-7A0E-8180-DAB3F7092FA1}"/>
                </a:ext>
              </a:extLst>
            </p:cNvPr>
            <p:cNvSpPr/>
            <p:nvPr/>
          </p:nvSpPr>
          <p:spPr>
            <a:xfrm>
              <a:off x="457200" y="1874520"/>
              <a:ext cx="8229600" cy="822960"/>
            </a:xfrm>
            <a:prstGeom prst="roundRect">
              <a:avLst>
                <a:gd name="adj" fmla="val 8000"/>
              </a:avLst>
            </a:prstGeom>
            <a:solidFill>
              <a:srgbClr val="0F1E2A">
                <a:alpha val="80000"/>
              </a:srgbClr>
            </a:solidFill>
            <a:ln w="12700">
              <a:solidFill>
                <a:srgbClr val="06B6D4">
                  <a:alpha val="40000"/>
                </a:srgbClr>
              </a:solidFill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1" name="Row2Num">
              <a:extLst>
                <a:ext uri="{FF2B5EF4-FFF2-40B4-BE49-F238E27FC236}">
                  <a16:creationId xmlns:a16="http://schemas.microsoft.com/office/drawing/2014/main" id="{24B02BD8-DEB7-CAD0-55BE-D6F5BD0061CE}"/>
                </a:ext>
              </a:extLst>
            </p:cNvPr>
            <p:cNvSpPr/>
            <p:nvPr/>
          </p:nvSpPr>
          <p:spPr>
            <a:xfrm>
              <a:off x="548640" y="2011680"/>
              <a:ext cx="411480" cy="548640"/>
            </a:xfrm>
            <a:prstGeom prst="roundRect">
              <a:avLst>
                <a:gd name="adj" fmla="val 16667"/>
              </a:avLst>
            </a:prstGeom>
            <a:solidFill>
              <a:srgbClr val="06B6D4"/>
            </a:solidFill>
            <a:ln w="0">
              <a:noFill/>
            </a:ln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Arial Black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Row2Pain">
              <a:extLst>
                <a:ext uri="{FF2B5EF4-FFF2-40B4-BE49-F238E27FC236}">
                  <a16:creationId xmlns:a16="http://schemas.microsoft.com/office/drawing/2014/main" id="{9751B8F4-0DDE-2E21-279D-0448999EFFAB}"/>
                </a:ext>
              </a:extLst>
            </p:cNvPr>
            <p:cNvSpPr/>
            <p:nvPr/>
          </p:nvSpPr>
          <p:spPr>
            <a:xfrm>
              <a:off x="1051560" y="1920240"/>
              <a:ext cx="21945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1440" tIns="45720" rIns="91440" b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6B6D4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Can't Get Back After Interruptions</a:t>
              </a:r>
            </a:p>
          </p:txBody>
        </p:sp>
        <p:sp>
          <p:nvSpPr>
            <p:cNvPr id="23" name="Row2Arrow">
              <a:extLst>
                <a:ext uri="{FF2B5EF4-FFF2-40B4-BE49-F238E27FC236}">
                  <a16:creationId xmlns:a16="http://schemas.microsoft.com/office/drawing/2014/main" id="{F032FB4A-AA4E-6021-CCD8-523EF75C5FD4}"/>
                </a:ext>
              </a:extLst>
            </p:cNvPr>
            <p:cNvSpPr/>
            <p:nvPr/>
          </p:nvSpPr>
          <p:spPr>
            <a:xfrm>
              <a:off x="3246120" y="1920240"/>
              <a:ext cx="3657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6B6D4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24" name="Row2Sol">
              <a:extLst>
                <a:ext uri="{FF2B5EF4-FFF2-40B4-BE49-F238E27FC236}">
                  <a16:creationId xmlns:a16="http://schemas.microsoft.com/office/drawing/2014/main" id="{628D13AC-74CA-7554-82DF-334ADAD30908}"/>
                </a:ext>
              </a:extLst>
            </p:cNvPr>
            <p:cNvSpPr/>
            <p:nvPr/>
          </p:nvSpPr>
          <p:spPr>
            <a:xfrm>
              <a:off x="3611880" y="1920240"/>
              <a:ext cx="49377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1440" tIns="45720" rIns="91440" b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Pomodoro Focus </a:t>
              </a:r>
              <a:r>
                <a:rPr kumimoji="0" lang="en-US" altLang="zh-TW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· Inbox </a:t>
              </a:r>
              <a:r>
                <a:rPr kumimoji="0" lang="zh-TW" alt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Quick Notes </a:t>
              </a:r>
              <a:r>
                <a:rPr kumimoji="0" lang="en-US" altLang="zh-TW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· </a:t>
              </a:r>
              <a:r>
                <a:rPr kumimoji="0" lang="zh-TW" alt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Interrupt Mode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50" b="0" i="0" u="none" strike="noStrike" kern="1200" cap="none" spc="0" normalizeH="0" baseline="0" noProof="0">
                  <a:ln>
                    <a:noFill/>
                  </a:ln>
                  <a:solidFill>
                    <a:srgbClr val="CBD5E1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Drop ideas </a:t>
              </a:r>
              <a:r>
                <a:rPr kumimoji="0" lang="zh-TW" alt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CBD5E1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in </a:t>
              </a:r>
              <a:r>
                <a:rPr kumimoji="0" lang="en-US" altLang="zh-TW" sz="1050" b="0" i="0" u="none" strike="noStrike" kern="1200" cap="none" spc="0" normalizeH="0" baseline="0" noProof="0">
                  <a:ln>
                    <a:noFill/>
                  </a:ln>
                  <a:solidFill>
                    <a:srgbClr val="CBD5E1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Inbox </a:t>
              </a:r>
              <a:r>
                <a:rPr kumimoji="0" lang="zh-TW" alt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CBD5E1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for later sorting │ Time-consuming interruptions become interrupt tasks</a:t>
              </a:r>
            </a:p>
          </p:txBody>
        </p:sp>
      </p:grpSp>
      <p:grpSp>
        <p:nvGrpSpPr>
          <p:cNvPr id="6" name="群組 5">
            <a:extLst>
              <a:ext uri="{FF2B5EF4-FFF2-40B4-BE49-F238E27FC236}">
                <a16:creationId xmlns:a16="http://schemas.microsoft.com/office/drawing/2014/main" id="{8F8D0432-585D-A97F-AD5E-F8DA0D5C81A0}"/>
              </a:ext>
            </a:extLst>
          </p:cNvPr>
          <p:cNvGrpSpPr/>
          <p:nvPr/>
        </p:nvGrpSpPr>
        <p:grpSpPr>
          <a:xfrm>
            <a:off x="457200" y="2788920"/>
            <a:ext cx="8229600" cy="822960"/>
            <a:chOff x="457200" y="2788920"/>
            <a:chExt cx="8229600" cy="822960"/>
          </a:xfrm>
        </p:grpSpPr>
        <p:sp>
          <p:nvSpPr>
            <p:cNvPr id="30" name="Row3BG">
              <a:extLst>
                <a:ext uri="{FF2B5EF4-FFF2-40B4-BE49-F238E27FC236}">
                  <a16:creationId xmlns:a16="http://schemas.microsoft.com/office/drawing/2014/main" id="{82204378-794F-2AF5-38DD-B6574AA4BEBB}"/>
                </a:ext>
              </a:extLst>
            </p:cNvPr>
            <p:cNvSpPr/>
            <p:nvPr/>
          </p:nvSpPr>
          <p:spPr>
            <a:xfrm>
              <a:off x="457200" y="2788920"/>
              <a:ext cx="8229600" cy="822960"/>
            </a:xfrm>
            <a:prstGeom prst="roundRect">
              <a:avLst>
                <a:gd name="adj" fmla="val 8000"/>
              </a:avLst>
            </a:prstGeom>
            <a:solidFill>
              <a:srgbClr val="0F2A16">
                <a:alpha val="80000"/>
              </a:srgbClr>
            </a:solidFill>
            <a:ln w="12700">
              <a:solidFill>
                <a:srgbClr val="22C55E">
                  <a:alpha val="40000"/>
                </a:srgbClr>
              </a:solidFill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1" name="Row3Num">
              <a:extLst>
                <a:ext uri="{FF2B5EF4-FFF2-40B4-BE49-F238E27FC236}">
                  <a16:creationId xmlns:a16="http://schemas.microsoft.com/office/drawing/2014/main" id="{9BF4A7BA-9C16-2C51-CB96-302B966B518F}"/>
                </a:ext>
              </a:extLst>
            </p:cNvPr>
            <p:cNvSpPr/>
            <p:nvPr/>
          </p:nvSpPr>
          <p:spPr>
            <a:xfrm>
              <a:off x="548640" y="2926080"/>
              <a:ext cx="411480" cy="548640"/>
            </a:xfrm>
            <a:prstGeom prst="roundRect">
              <a:avLst>
                <a:gd name="adj" fmla="val 16667"/>
              </a:avLst>
            </a:prstGeom>
            <a:solidFill>
              <a:srgbClr val="22C55E"/>
            </a:solidFill>
            <a:ln w="0">
              <a:noFill/>
            </a:ln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Arial Black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Row3Pain">
              <a:extLst>
                <a:ext uri="{FF2B5EF4-FFF2-40B4-BE49-F238E27FC236}">
                  <a16:creationId xmlns:a16="http://schemas.microsoft.com/office/drawing/2014/main" id="{23412563-B67D-845B-A2F7-64E0F8420281}"/>
                </a:ext>
              </a:extLst>
            </p:cNvPr>
            <p:cNvSpPr/>
            <p:nvPr/>
          </p:nvSpPr>
          <p:spPr>
            <a:xfrm>
              <a:off x="1051560" y="2834640"/>
              <a:ext cx="21945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1440" tIns="45720" rIns="91440" b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22C55E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Can't Tell Where Time Went</a:t>
              </a:r>
            </a:p>
          </p:txBody>
        </p:sp>
        <p:sp>
          <p:nvSpPr>
            <p:cNvPr id="33" name="Row3Arrow">
              <a:extLst>
                <a:ext uri="{FF2B5EF4-FFF2-40B4-BE49-F238E27FC236}">
                  <a16:creationId xmlns:a16="http://schemas.microsoft.com/office/drawing/2014/main" id="{3F7B8A17-3877-CB4C-1AA2-35C000399B48}"/>
                </a:ext>
              </a:extLst>
            </p:cNvPr>
            <p:cNvSpPr/>
            <p:nvPr/>
          </p:nvSpPr>
          <p:spPr>
            <a:xfrm>
              <a:off x="3246120" y="2834640"/>
              <a:ext cx="3657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22C55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34" name="Row3Sol">
              <a:extLst>
                <a:ext uri="{FF2B5EF4-FFF2-40B4-BE49-F238E27FC236}">
                  <a16:creationId xmlns:a16="http://schemas.microsoft.com/office/drawing/2014/main" id="{3470BEAF-957D-9FC9-60B9-E2A2989E19D8}"/>
                </a:ext>
              </a:extLst>
            </p:cNvPr>
            <p:cNvSpPr/>
            <p:nvPr/>
          </p:nvSpPr>
          <p:spPr>
            <a:xfrm>
              <a:off x="3611880" y="2834640"/>
              <a:ext cx="49377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1440" tIns="45720" rIns="91440" b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Full Tracking on the </a:t>
              </a:r>
              <a:r>
                <a:rPr kumimoji="0" lang="zh-TW" alt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Log Page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CBD5E1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Every task's start and end is recorded — see exactly where time went</a:t>
              </a:r>
            </a:p>
          </p:txBody>
        </p:sp>
      </p:grpSp>
      <p:grpSp>
        <p:nvGrpSpPr>
          <p:cNvPr id="7" name="群組 6">
            <a:extLst>
              <a:ext uri="{FF2B5EF4-FFF2-40B4-BE49-F238E27FC236}">
                <a16:creationId xmlns:a16="http://schemas.microsoft.com/office/drawing/2014/main" id="{AA0DFBD4-FB49-12CB-370D-F1D44B8A86AC}"/>
              </a:ext>
            </a:extLst>
          </p:cNvPr>
          <p:cNvGrpSpPr/>
          <p:nvPr/>
        </p:nvGrpSpPr>
        <p:grpSpPr>
          <a:xfrm>
            <a:off x="457200" y="3703320"/>
            <a:ext cx="8229600" cy="822960"/>
            <a:chOff x="457200" y="3703320"/>
            <a:chExt cx="8229600" cy="822960"/>
          </a:xfrm>
        </p:grpSpPr>
        <p:sp>
          <p:nvSpPr>
            <p:cNvPr id="40" name="Row4BG">
              <a:extLst>
                <a:ext uri="{FF2B5EF4-FFF2-40B4-BE49-F238E27FC236}">
                  <a16:creationId xmlns:a16="http://schemas.microsoft.com/office/drawing/2014/main" id="{AC4656AB-A27A-E063-F540-2BD464956C87}"/>
                </a:ext>
              </a:extLst>
            </p:cNvPr>
            <p:cNvSpPr/>
            <p:nvPr/>
          </p:nvSpPr>
          <p:spPr>
            <a:xfrm>
              <a:off x="457200" y="3703320"/>
              <a:ext cx="8229600" cy="822960"/>
            </a:xfrm>
            <a:prstGeom prst="roundRect">
              <a:avLst>
                <a:gd name="adj" fmla="val 8000"/>
              </a:avLst>
            </a:prstGeom>
            <a:solidFill>
              <a:srgbClr val="1F0F2A">
                <a:alpha val="80000"/>
              </a:srgbClr>
            </a:solidFill>
            <a:ln w="12700">
              <a:solidFill>
                <a:srgbClr val="A855F7">
                  <a:alpha val="40000"/>
                </a:srgbClr>
              </a:solidFill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1" name="Row4Num">
              <a:extLst>
                <a:ext uri="{FF2B5EF4-FFF2-40B4-BE49-F238E27FC236}">
                  <a16:creationId xmlns:a16="http://schemas.microsoft.com/office/drawing/2014/main" id="{906B1F95-B500-2FD6-BECC-8373182C0391}"/>
                </a:ext>
              </a:extLst>
            </p:cNvPr>
            <p:cNvSpPr/>
            <p:nvPr/>
          </p:nvSpPr>
          <p:spPr>
            <a:xfrm>
              <a:off x="548640" y="3840480"/>
              <a:ext cx="411480" cy="548640"/>
            </a:xfrm>
            <a:prstGeom prst="roundRect">
              <a:avLst>
                <a:gd name="adj" fmla="val 16667"/>
              </a:avLst>
            </a:prstGeom>
            <a:solidFill>
              <a:srgbClr val="A855F7"/>
            </a:solidFill>
            <a:ln w="0">
              <a:noFill/>
            </a:ln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Arial Black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2" name="Row4Pain">
              <a:extLst>
                <a:ext uri="{FF2B5EF4-FFF2-40B4-BE49-F238E27FC236}">
                  <a16:creationId xmlns:a16="http://schemas.microsoft.com/office/drawing/2014/main" id="{22764995-D75F-7EBF-A925-A6F3AC68BE81}"/>
                </a:ext>
              </a:extLst>
            </p:cNvPr>
            <p:cNvSpPr/>
            <p:nvPr/>
          </p:nvSpPr>
          <p:spPr>
            <a:xfrm>
              <a:off x="1051560" y="3749040"/>
              <a:ext cx="21945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1440" tIns="45720" rIns="91440" b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A855F7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Backup, Sync &amp; Analysis</a:t>
              </a:r>
            </a:p>
          </p:txBody>
        </p:sp>
        <p:sp>
          <p:nvSpPr>
            <p:cNvPr id="43" name="Row4Arrow">
              <a:extLst>
                <a:ext uri="{FF2B5EF4-FFF2-40B4-BE49-F238E27FC236}">
                  <a16:creationId xmlns:a16="http://schemas.microsoft.com/office/drawing/2014/main" id="{6B896DC6-AF42-50D6-1256-3617133219B2}"/>
                </a:ext>
              </a:extLst>
            </p:cNvPr>
            <p:cNvSpPr/>
            <p:nvPr/>
          </p:nvSpPr>
          <p:spPr>
            <a:xfrm>
              <a:off x="3246120" y="3749040"/>
              <a:ext cx="3657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A855F7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44" name="Row4Sol">
              <a:extLst>
                <a:ext uri="{FF2B5EF4-FFF2-40B4-BE49-F238E27FC236}">
                  <a16:creationId xmlns:a16="http://schemas.microsoft.com/office/drawing/2014/main" id="{6A1E3C65-80EF-A4E6-42E1-E55ED79E1652}"/>
                </a:ext>
              </a:extLst>
            </p:cNvPr>
            <p:cNvSpPr/>
            <p:nvPr/>
          </p:nvSpPr>
          <p:spPr>
            <a:xfrm>
              <a:off x="3611880" y="3749040"/>
              <a:ext cx="49377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1440" tIns="45720" rIns="91440" b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Google Drive </a:t>
              </a:r>
              <a:r>
                <a:rPr kumimoji="0" lang="zh-TW" alt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Sync for Advanced Analysis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CBD5E1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Fast local operation, works offline, data in your own cloud drive</a:t>
              </a:r>
            </a:p>
          </p:txBody>
        </p:sp>
      </p:grpSp>
      <p:pic>
        <p:nvPicPr>
          <p:cNvPr id="50" name="Logo" descr="nbl_logo.png">
            <a:extLst>
              <a:ext uri="{FF2B5EF4-FFF2-40B4-BE49-F238E27FC236}">
                <a16:creationId xmlns:a16="http://schemas.microsoft.com/office/drawing/2014/main" id="{DAB022CC-8C44-8AA1-6EAF-7EA2C9A55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4572000"/>
            <a:ext cx="411480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936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024247B-95B2-74ED-9F73-249F2ED40386}"/>
              </a:ext>
            </a:extLst>
          </p:cNvPr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1F3D3C6-D33D-C507-0CDC-9059F9EDA294}"/>
              </a:ext>
            </a:extLst>
          </p:cNvPr>
          <p:cNvSpPr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TW" sz="2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Log </a:t>
            </a:r>
            <a:r>
              <a:rPr lang="zh-TW" altLang="en-US" sz="2800" b="1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Page — Complete Records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3852033-191C-756C-F066-357AFF8E887A}"/>
              </a:ext>
            </a:extLst>
          </p:cNvPr>
          <p:cNvSpPr/>
          <p:nvPr/>
        </p:nvSpPr>
        <p:spPr>
          <a:xfrm>
            <a:off x="640080" y="105156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495E2BB-B5ED-A5BC-FDB1-59704F086AFD}"/>
              </a:ext>
            </a:extLst>
          </p:cNvPr>
          <p:cNvSpPr/>
          <p:nvPr/>
        </p:nvSpPr>
        <p:spPr>
          <a:xfrm>
            <a:off x="640080" y="13716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endParaRPr lang="en-US" sz="1600" dirty="0"/>
          </a:p>
        </p:txBody>
      </p:sp>
      <p:pic>
        <p:nvPicPr>
          <p:cNvPr id="17" name="Image 0" descr="nbl_logo.png">
            <a:extLst>
              <a:ext uri="{FF2B5EF4-FFF2-40B4-BE49-F238E27FC236}">
                <a16:creationId xmlns:a16="http://schemas.microsoft.com/office/drawing/2014/main" id="{FB778C0E-790B-2B84-621A-E1FD62579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4572000"/>
            <a:ext cx="411480" cy="411480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07EA9B36-30D4-7AD2-9FC8-0E02BE371EB6}"/>
              </a:ext>
            </a:extLst>
          </p:cNvPr>
          <p:cNvSpPr txBox="1"/>
          <p:nvPr/>
        </p:nvSpPr>
        <p:spPr>
          <a:xfrm>
            <a:off x="640080" y="1505634"/>
            <a:ext cx="363902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/>
              <a:t>Every task's start and end is recorded — see exactly where your time went</a:t>
            </a: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/>
              <a:t>With sync enabled, view data in </a:t>
            </a:r>
            <a:r>
              <a:rPr lang="en-US" altLang="zh-TW" dirty="0"/>
              <a:t>Google Sheets </a:t>
            </a:r>
            <a:r>
              <a:rPr lang="zh-TW" altLang="en-US"/>
              <a:t>for further analysis</a:t>
            </a:r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ACAAFD8-75E8-5F6F-DE3F-E64EB1CD11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23" y="1088136"/>
            <a:ext cx="4453137" cy="324542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5188343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F140C2-94E3-C9C0-4596-FD80DE4A6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>
            <a:extLst>
              <a:ext uri="{FF2B5EF4-FFF2-40B4-BE49-F238E27FC236}">
                <a16:creationId xmlns:a16="http://schemas.microsoft.com/office/drawing/2014/main" id="{ECD25CC9-6BAC-15FC-C08C-14509E0B04A1}"/>
              </a:ext>
            </a:extLst>
          </p:cNvPr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1E8F79B1-E8CF-5352-AD9E-5400FB9318A8}"/>
              </a:ext>
            </a:extLst>
          </p:cNvPr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+mn-cs"/>
              </a:rPr>
              <a:t>Pain Points → Solution Overview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8E81142C-1891-96D6-34EF-30A6EE1DDFF5}"/>
              </a:ext>
            </a:extLst>
          </p:cNvPr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+mn-cs"/>
              </a:rPr>
              <a:t>NonBlockingLife </a:t>
            </a:r>
            <a:r>
              <a: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+mn-cs"/>
              </a:rPr>
              <a:t>Four Core Solutions</a:t>
            </a:r>
          </a:p>
        </p:txBody>
      </p:sp>
      <p:sp>
        <p:nvSpPr>
          <p:cNvPr id="10" name="Row1BG">
            <a:extLst>
              <a:ext uri="{FF2B5EF4-FFF2-40B4-BE49-F238E27FC236}">
                <a16:creationId xmlns:a16="http://schemas.microsoft.com/office/drawing/2014/main" id="{6B4916A2-32F0-314A-D004-9D04C6CBF5B9}"/>
              </a:ext>
            </a:extLst>
          </p:cNvPr>
          <p:cNvSpPr/>
          <p:nvPr/>
        </p:nvSpPr>
        <p:spPr>
          <a:xfrm>
            <a:off x="457200" y="960120"/>
            <a:ext cx="8229600" cy="822960"/>
          </a:xfrm>
          <a:prstGeom prst="roundRect">
            <a:avLst>
              <a:gd name="adj" fmla="val 8000"/>
            </a:avLst>
          </a:prstGeom>
          <a:solidFill>
            <a:srgbClr val="1E1A0F">
              <a:alpha val="80000"/>
            </a:srgbClr>
          </a:solidFill>
          <a:ln w="12700">
            <a:solidFill>
              <a:srgbClr val="F59E0B">
                <a:alpha val="40000"/>
              </a:srgbClr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1" name="Row1Num">
            <a:extLst>
              <a:ext uri="{FF2B5EF4-FFF2-40B4-BE49-F238E27FC236}">
                <a16:creationId xmlns:a16="http://schemas.microsoft.com/office/drawing/2014/main" id="{FB493664-C42B-A0AB-B3F2-7F757920CE8B}"/>
              </a:ext>
            </a:extLst>
          </p:cNvPr>
          <p:cNvSpPr/>
          <p:nvPr/>
        </p:nvSpPr>
        <p:spPr>
          <a:xfrm>
            <a:off x="548640" y="1097280"/>
            <a:ext cx="411480" cy="5486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0">
            <a:noFill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t>1</a:t>
            </a:r>
          </a:p>
        </p:txBody>
      </p:sp>
      <p:sp>
        <p:nvSpPr>
          <p:cNvPr id="12" name="Row1Pain">
            <a:extLst>
              <a:ext uri="{FF2B5EF4-FFF2-40B4-BE49-F238E27FC236}">
                <a16:creationId xmlns:a16="http://schemas.microsoft.com/office/drawing/2014/main" id="{9E38FC3F-7DA2-ED5E-B032-F1F7E5D4926F}"/>
              </a:ext>
            </a:extLst>
          </p:cNvPr>
          <p:cNvSpPr/>
          <p:nvPr/>
        </p:nvSpPr>
        <p:spPr>
          <a:xfrm>
            <a:off x="1051560" y="1005840"/>
            <a:ext cx="2194560" cy="73152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+mn-cs"/>
              </a:rPr>
              <a:t>Lists Scattered Everywhere</a:t>
            </a:r>
          </a:p>
        </p:txBody>
      </p:sp>
      <p:sp>
        <p:nvSpPr>
          <p:cNvPr id="13" name="Row1Arrow">
            <a:extLst>
              <a:ext uri="{FF2B5EF4-FFF2-40B4-BE49-F238E27FC236}">
                <a16:creationId xmlns:a16="http://schemas.microsoft.com/office/drawing/2014/main" id="{F28DDB6B-CCF6-AE1B-34D8-4506BB0FC4FF}"/>
              </a:ext>
            </a:extLst>
          </p:cNvPr>
          <p:cNvSpPr/>
          <p:nvPr/>
        </p:nvSpPr>
        <p:spPr>
          <a:xfrm>
            <a:off x="3246120" y="1005840"/>
            <a:ext cx="365760" cy="731520"/>
          </a:xfrm>
          <a:prstGeom prst="rect">
            <a:avLst/>
          </a:prstGeom>
          <a:noFill/>
          <a:ln w="0">
            <a:noFill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→</a:t>
            </a:r>
          </a:p>
        </p:txBody>
      </p:sp>
      <p:sp>
        <p:nvSpPr>
          <p:cNvPr id="14" name="Row1Sol">
            <a:extLst>
              <a:ext uri="{FF2B5EF4-FFF2-40B4-BE49-F238E27FC236}">
                <a16:creationId xmlns:a16="http://schemas.microsoft.com/office/drawing/2014/main" id="{3C24383F-AA07-6660-FD73-70B4325586BF}"/>
              </a:ext>
            </a:extLst>
          </p:cNvPr>
          <p:cNvSpPr/>
          <p:nvPr/>
        </p:nvSpPr>
        <p:spPr>
          <a:xfrm>
            <a:off x="3611880" y="1005840"/>
            <a:ext cx="4937760" cy="73152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+mn-cs"/>
              </a:rPr>
              <a:t>Control Center </a:t>
            </a:r>
            <a:r>
              <a:rPr kumimoji="0" lang="en-US" altLang="zh-TW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+mn-cs"/>
              </a:rPr>
              <a:t>+ Candidates </a:t>
            </a:r>
            <a:r>
              <a:rPr kumimoji="0" lang="zh-TW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+mn-cs"/>
              </a:rPr>
              <a:t>Page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50" b="0" i="0" u="none" strike="noStrike" kern="120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+mn-cs"/>
              </a:rPr>
              <a:t>Single window, auto-lists tasks, quickly decide and start working</a:t>
            </a: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B1BC9C99-CDE2-F4B9-6F64-2AF2F2EAF064}"/>
              </a:ext>
            </a:extLst>
          </p:cNvPr>
          <p:cNvGrpSpPr/>
          <p:nvPr/>
        </p:nvGrpSpPr>
        <p:grpSpPr>
          <a:xfrm>
            <a:off x="457200" y="1874520"/>
            <a:ext cx="8229600" cy="822960"/>
            <a:chOff x="457200" y="1874520"/>
            <a:chExt cx="8229600" cy="822960"/>
          </a:xfrm>
        </p:grpSpPr>
        <p:sp>
          <p:nvSpPr>
            <p:cNvPr id="20" name="Row2BG">
              <a:extLst>
                <a:ext uri="{FF2B5EF4-FFF2-40B4-BE49-F238E27FC236}">
                  <a16:creationId xmlns:a16="http://schemas.microsoft.com/office/drawing/2014/main" id="{ABB704C9-7208-E814-88A5-0FD95BB6B00B}"/>
                </a:ext>
              </a:extLst>
            </p:cNvPr>
            <p:cNvSpPr/>
            <p:nvPr/>
          </p:nvSpPr>
          <p:spPr>
            <a:xfrm>
              <a:off x="457200" y="1874520"/>
              <a:ext cx="8229600" cy="822960"/>
            </a:xfrm>
            <a:prstGeom prst="roundRect">
              <a:avLst>
                <a:gd name="adj" fmla="val 8000"/>
              </a:avLst>
            </a:prstGeom>
            <a:solidFill>
              <a:srgbClr val="0F1E2A">
                <a:alpha val="80000"/>
              </a:srgbClr>
            </a:solidFill>
            <a:ln w="12700">
              <a:solidFill>
                <a:srgbClr val="06B6D4">
                  <a:alpha val="40000"/>
                </a:srgbClr>
              </a:solidFill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1" name="Row2Num">
              <a:extLst>
                <a:ext uri="{FF2B5EF4-FFF2-40B4-BE49-F238E27FC236}">
                  <a16:creationId xmlns:a16="http://schemas.microsoft.com/office/drawing/2014/main" id="{798869EB-37DB-9566-4F57-62B9F83333C3}"/>
                </a:ext>
              </a:extLst>
            </p:cNvPr>
            <p:cNvSpPr/>
            <p:nvPr/>
          </p:nvSpPr>
          <p:spPr>
            <a:xfrm>
              <a:off x="548640" y="2011680"/>
              <a:ext cx="411480" cy="548640"/>
            </a:xfrm>
            <a:prstGeom prst="roundRect">
              <a:avLst>
                <a:gd name="adj" fmla="val 16667"/>
              </a:avLst>
            </a:prstGeom>
            <a:solidFill>
              <a:srgbClr val="06B6D4"/>
            </a:solidFill>
            <a:ln w="0">
              <a:noFill/>
            </a:ln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Arial Black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Row2Pain">
              <a:extLst>
                <a:ext uri="{FF2B5EF4-FFF2-40B4-BE49-F238E27FC236}">
                  <a16:creationId xmlns:a16="http://schemas.microsoft.com/office/drawing/2014/main" id="{964DABEC-71A1-E9B8-AA37-4BCFFA9E3D28}"/>
                </a:ext>
              </a:extLst>
            </p:cNvPr>
            <p:cNvSpPr/>
            <p:nvPr/>
          </p:nvSpPr>
          <p:spPr>
            <a:xfrm>
              <a:off x="1051560" y="1920240"/>
              <a:ext cx="21945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1440" tIns="45720" rIns="91440" b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6B6D4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Can't Get Back After Interruptions</a:t>
              </a:r>
            </a:p>
          </p:txBody>
        </p:sp>
        <p:sp>
          <p:nvSpPr>
            <p:cNvPr id="23" name="Row2Arrow">
              <a:extLst>
                <a:ext uri="{FF2B5EF4-FFF2-40B4-BE49-F238E27FC236}">
                  <a16:creationId xmlns:a16="http://schemas.microsoft.com/office/drawing/2014/main" id="{F8F18B37-A04F-697A-C312-5E3B829509E9}"/>
                </a:ext>
              </a:extLst>
            </p:cNvPr>
            <p:cNvSpPr/>
            <p:nvPr/>
          </p:nvSpPr>
          <p:spPr>
            <a:xfrm>
              <a:off x="3246120" y="1920240"/>
              <a:ext cx="3657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6B6D4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24" name="Row2Sol">
              <a:extLst>
                <a:ext uri="{FF2B5EF4-FFF2-40B4-BE49-F238E27FC236}">
                  <a16:creationId xmlns:a16="http://schemas.microsoft.com/office/drawing/2014/main" id="{DC32AA71-CED4-EE49-C5B6-075F1A565D6B}"/>
                </a:ext>
              </a:extLst>
            </p:cNvPr>
            <p:cNvSpPr/>
            <p:nvPr/>
          </p:nvSpPr>
          <p:spPr>
            <a:xfrm>
              <a:off x="3611880" y="1920240"/>
              <a:ext cx="49377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1440" tIns="45720" rIns="91440" b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Pomodoro Focus </a:t>
              </a:r>
              <a:r>
                <a:rPr kumimoji="0" lang="en-US" altLang="zh-TW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· Inbox </a:t>
              </a:r>
              <a:r>
                <a:rPr kumimoji="0" lang="zh-TW" alt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Quick Notes </a:t>
              </a:r>
              <a:r>
                <a:rPr kumimoji="0" lang="en-US" altLang="zh-TW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· </a:t>
              </a:r>
              <a:r>
                <a:rPr kumimoji="0" lang="zh-TW" alt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Interrupt Mode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50" b="0" i="0" u="none" strike="noStrike" kern="1200" cap="none" spc="0" normalizeH="0" baseline="0" noProof="0">
                  <a:ln>
                    <a:noFill/>
                  </a:ln>
                  <a:solidFill>
                    <a:srgbClr val="CBD5E1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Drop ideas </a:t>
              </a:r>
              <a:r>
                <a:rPr kumimoji="0" lang="zh-TW" alt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CBD5E1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in </a:t>
              </a:r>
              <a:r>
                <a:rPr kumimoji="0" lang="en-US" altLang="zh-TW" sz="1050" b="0" i="0" u="none" strike="noStrike" kern="1200" cap="none" spc="0" normalizeH="0" baseline="0" noProof="0">
                  <a:ln>
                    <a:noFill/>
                  </a:ln>
                  <a:solidFill>
                    <a:srgbClr val="CBD5E1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Inbox </a:t>
              </a:r>
              <a:r>
                <a:rPr kumimoji="0" lang="zh-TW" alt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CBD5E1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for later sorting │ Time-consuming interruptions become interrupt tasks</a:t>
              </a:r>
            </a:p>
          </p:txBody>
        </p:sp>
      </p:grpSp>
      <p:grpSp>
        <p:nvGrpSpPr>
          <p:cNvPr id="6" name="群組 5">
            <a:extLst>
              <a:ext uri="{FF2B5EF4-FFF2-40B4-BE49-F238E27FC236}">
                <a16:creationId xmlns:a16="http://schemas.microsoft.com/office/drawing/2014/main" id="{BA7E0750-8478-15B0-B038-07BE25AB564E}"/>
              </a:ext>
            </a:extLst>
          </p:cNvPr>
          <p:cNvGrpSpPr/>
          <p:nvPr/>
        </p:nvGrpSpPr>
        <p:grpSpPr>
          <a:xfrm>
            <a:off x="457200" y="2788920"/>
            <a:ext cx="8229600" cy="822960"/>
            <a:chOff x="457200" y="2788920"/>
            <a:chExt cx="8229600" cy="822960"/>
          </a:xfrm>
        </p:grpSpPr>
        <p:sp>
          <p:nvSpPr>
            <p:cNvPr id="30" name="Row3BG">
              <a:extLst>
                <a:ext uri="{FF2B5EF4-FFF2-40B4-BE49-F238E27FC236}">
                  <a16:creationId xmlns:a16="http://schemas.microsoft.com/office/drawing/2014/main" id="{E1E42D66-7DA8-51FB-3BE7-CCB1F668A49A}"/>
                </a:ext>
              </a:extLst>
            </p:cNvPr>
            <p:cNvSpPr/>
            <p:nvPr/>
          </p:nvSpPr>
          <p:spPr>
            <a:xfrm>
              <a:off x="457200" y="2788920"/>
              <a:ext cx="8229600" cy="822960"/>
            </a:xfrm>
            <a:prstGeom prst="roundRect">
              <a:avLst>
                <a:gd name="adj" fmla="val 8000"/>
              </a:avLst>
            </a:prstGeom>
            <a:solidFill>
              <a:srgbClr val="0F2A16">
                <a:alpha val="80000"/>
              </a:srgbClr>
            </a:solidFill>
            <a:ln w="12700">
              <a:solidFill>
                <a:srgbClr val="22C55E">
                  <a:alpha val="40000"/>
                </a:srgbClr>
              </a:solidFill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1" name="Row3Num">
              <a:extLst>
                <a:ext uri="{FF2B5EF4-FFF2-40B4-BE49-F238E27FC236}">
                  <a16:creationId xmlns:a16="http://schemas.microsoft.com/office/drawing/2014/main" id="{E120E628-884E-797B-9FD8-1AABAB5BA887}"/>
                </a:ext>
              </a:extLst>
            </p:cNvPr>
            <p:cNvSpPr/>
            <p:nvPr/>
          </p:nvSpPr>
          <p:spPr>
            <a:xfrm>
              <a:off x="548640" y="2926080"/>
              <a:ext cx="411480" cy="548640"/>
            </a:xfrm>
            <a:prstGeom prst="roundRect">
              <a:avLst>
                <a:gd name="adj" fmla="val 16667"/>
              </a:avLst>
            </a:prstGeom>
            <a:solidFill>
              <a:srgbClr val="22C55E"/>
            </a:solidFill>
            <a:ln w="0">
              <a:noFill/>
            </a:ln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Arial Black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Row3Pain">
              <a:extLst>
                <a:ext uri="{FF2B5EF4-FFF2-40B4-BE49-F238E27FC236}">
                  <a16:creationId xmlns:a16="http://schemas.microsoft.com/office/drawing/2014/main" id="{7C403972-D9EB-3D88-13C9-CDC7FB988FA9}"/>
                </a:ext>
              </a:extLst>
            </p:cNvPr>
            <p:cNvSpPr/>
            <p:nvPr/>
          </p:nvSpPr>
          <p:spPr>
            <a:xfrm>
              <a:off x="1051560" y="2834640"/>
              <a:ext cx="21945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1440" tIns="45720" rIns="91440" b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22C55E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Can't Tell Where Time Went</a:t>
              </a:r>
            </a:p>
          </p:txBody>
        </p:sp>
        <p:sp>
          <p:nvSpPr>
            <p:cNvPr id="33" name="Row3Arrow">
              <a:extLst>
                <a:ext uri="{FF2B5EF4-FFF2-40B4-BE49-F238E27FC236}">
                  <a16:creationId xmlns:a16="http://schemas.microsoft.com/office/drawing/2014/main" id="{DCE93EBC-FD89-33D9-483D-30B179BF3470}"/>
                </a:ext>
              </a:extLst>
            </p:cNvPr>
            <p:cNvSpPr/>
            <p:nvPr/>
          </p:nvSpPr>
          <p:spPr>
            <a:xfrm>
              <a:off x="3246120" y="2834640"/>
              <a:ext cx="3657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22C55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34" name="Row3Sol">
              <a:extLst>
                <a:ext uri="{FF2B5EF4-FFF2-40B4-BE49-F238E27FC236}">
                  <a16:creationId xmlns:a16="http://schemas.microsoft.com/office/drawing/2014/main" id="{187F2A1E-38F5-B871-51D5-CD05687A89F9}"/>
                </a:ext>
              </a:extLst>
            </p:cNvPr>
            <p:cNvSpPr/>
            <p:nvPr/>
          </p:nvSpPr>
          <p:spPr>
            <a:xfrm>
              <a:off x="3611880" y="2834640"/>
              <a:ext cx="49377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1440" tIns="45720" rIns="91440" b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Full Tracking on the </a:t>
              </a:r>
              <a:r>
                <a:rPr kumimoji="0" lang="zh-TW" alt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Log Page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CBD5E1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Every task's start and end is recorded — see exactly where time went</a:t>
              </a:r>
            </a:p>
          </p:txBody>
        </p:sp>
      </p:grpSp>
      <p:grpSp>
        <p:nvGrpSpPr>
          <p:cNvPr id="7" name="群組 6">
            <a:extLst>
              <a:ext uri="{FF2B5EF4-FFF2-40B4-BE49-F238E27FC236}">
                <a16:creationId xmlns:a16="http://schemas.microsoft.com/office/drawing/2014/main" id="{B5C45D71-790A-202D-F37B-D8E3C1978351}"/>
              </a:ext>
            </a:extLst>
          </p:cNvPr>
          <p:cNvGrpSpPr/>
          <p:nvPr/>
        </p:nvGrpSpPr>
        <p:grpSpPr>
          <a:xfrm>
            <a:off x="457200" y="3703320"/>
            <a:ext cx="8229600" cy="822960"/>
            <a:chOff x="457200" y="3703320"/>
            <a:chExt cx="8229600" cy="822960"/>
          </a:xfrm>
        </p:grpSpPr>
        <p:sp>
          <p:nvSpPr>
            <p:cNvPr id="40" name="Row4BG">
              <a:extLst>
                <a:ext uri="{FF2B5EF4-FFF2-40B4-BE49-F238E27FC236}">
                  <a16:creationId xmlns:a16="http://schemas.microsoft.com/office/drawing/2014/main" id="{EB29E689-4B0F-87FD-9ED3-1DB0D64D7C68}"/>
                </a:ext>
              </a:extLst>
            </p:cNvPr>
            <p:cNvSpPr/>
            <p:nvPr/>
          </p:nvSpPr>
          <p:spPr>
            <a:xfrm>
              <a:off x="457200" y="3703320"/>
              <a:ext cx="8229600" cy="822960"/>
            </a:xfrm>
            <a:prstGeom prst="roundRect">
              <a:avLst>
                <a:gd name="adj" fmla="val 8000"/>
              </a:avLst>
            </a:prstGeom>
            <a:solidFill>
              <a:srgbClr val="1F0F2A">
                <a:alpha val="80000"/>
              </a:srgbClr>
            </a:solidFill>
            <a:ln w="12700">
              <a:solidFill>
                <a:srgbClr val="A855F7">
                  <a:alpha val="40000"/>
                </a:srgbClr>
              </a:solidFill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1" name="Row4Num">
              <a:extLst>
                <a:ext uri="{FF2B5EF4-FFF2-40B4-BE49-F238E27FC236}">
                  <a16:creationId xmlns:a16="http://schemas.microsoft.com/office/drawing/2014/main" id="{C49104F6-7753-EB38-2C97-F75C8E09911C}"/>
                </a:ext>
              </a:extLst>
            </p:cNvPr>
            <p:cNvSpPr/>
            <p:nvPr/>
          </p:nvSpPr>
          <p:spPr>
            <a:xfrm>
              <a:off x="548640" y="3840480"/>
              <a:ext cx="411480" cy="548640"/>
            </a:xfrm>
            <a:prstGeom prst="roundRect">
              <a:avLst>
                <a:gd name="adj" fmla="val 16667"/>
              </a:avLst>
            </a:prstGeom>
            <a:solidFill>
              <a:srgbClr val="A855F7"/>
            </a:solidFill>
            <a:ln w="0">
              <a:noFill/>
            </a:ln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Arial Black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2" name="Row4Pain">
              <a:extLst>
                <a:ext uri="{FF2B5EF4-FFF2-40B4-BE49-F238E27FC236}">
                  <a16:creationId xmlns:a16="http://schemas.microsoft.com/office/drawing/2014/main" id="{761128FE-59C7-F465-038D-D2B7D4471CEE}"/>
                </a:ext>
              </a:extLst>
            </p:cNvPr>
            <p:cNvSpPr/>
            <p:nvPr/>
          </p:nvSpPr>
          <p:spPr>
            <a:xfrm>
              <a:off x="1051560" y="3749040"/>
              <a:ext cx="21945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1440" tIns="45720" rIns="91440" b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A855F7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Backup, Sync &amp; Analysis</a:t>
              </a:r>
            </a:p>
          </p:txBody>
        </p:sp>
        <p:sp>
          <p:nvSpPr>
            <p:cNvPr id="43" name="Row4Arrow">
              <a:extLst>
                <a:ext uri="{FF2B5EF4-FFF2-40B4-BE49-F238E27FC236}">
                  <a16:creationId xmlns:a16="http://schemas.microsoft.com/office/drawing/2014/main" id="{10C4F6AE-FD72-D03C-9E90-7874C2A910F3}"/>
                </a:ext>
              </a:extLst>
            </p:cNvPr>
            <p:cNvSpPr/>
            <p:nvPr/>
          </p:nvSpPr>
          <p:spPr>
            <a:xfrm>
              <a:off x="3246120" y="3749040"/>
              <a:ext cx="3657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A855F7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44" name="Row4Sol">
              <a:extLst>
                <a:ext uri="{FF2B5EF4-FFF2-40B4-BE49-F238E27FC236}">
                  <a16:creationId xmlns:a16="http://schemas.microsoft.com/office/drawing/2014/main" id="{55ED0D67-A22F-CD47-4664-4D0CAF928ED8}"/>
                </a:ext>
              </a:extLst>
            </p:cNvPr>
            <p:cNvSpPr/>
            <p:nvPr/>
          </p:nvSpPr>
          <p:spPr>
            <a:xfrm>
              <a:off x="3611880" y="3749040"/>
              <a:ext cx="49377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1440" tIns="45720" rIns="91440" b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Google Drive </a:t>
              </a:r>
              <a:r>
                <a:rPr kumimoji="0" lang="zh-TW" alt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Sync for Advanced Analysis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CBD5E1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Fast local operation, works offline, data in your own cloud drive</a:t>
              </a:r>
            </a:p>
          </p:txBody>
        </p:sp>
      </p:grpSp>
      <p:pic>
        <p:nvPicPr>
          <p:cNvPr id="50" name="Logo" descr="nbl_logo.png">
            <a:extLst>
              <a:ext uri="{FF2B5EF4-FFF2-40B4-BE49-F238E27FC236}">
                <a16:creationId xmlns:a16="http://schemas.microsoft.com/office/drawing/2014/main" id="{F7EB978F-B737-F7C7-1082-E6ED672FF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4572000"/>
            <a:ext cx="411480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332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Local Operation </a:t>
            </a: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 </a:t>
            </a:r>
            <a:r>
              <a:rPr lang="en-US" sz="28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Cloud Sync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3749040" cy="292608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kern="0" spc="6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Local Operation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Fast speed, works offline too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749040" cy="292608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754880" y="16459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kern="0" spc="6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CLOUD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754880" y="24688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 Drive </a:t>
            </a:r>
            <a:r>
              <a:rPr lang="en-US" sz="20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Sync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29200" y="3017519"/>
            <a:ext cx="3200400" cy="10901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err="1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 in your own cloud drive</a:t>
            </a:r>
            <a:endParaRPr lang="en-US" sz="1400" dirty="0">
              <a:solidFill>
                <a:srgbClr val="CBD5E1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zh-TW" altLang="en-US" sz="110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</a:rPr>
              <a:t>Follow the web tutorial to set it up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31920" y="24688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</a:rPr>
              <a:t>⟷</a:t>
            </a:r>
            <a:endParaRPr lang="en-US" sz="2800" dirty="0"/>
          </a:p>
        </p:txBody>
      </p:sp>
      <p:pic>
        <p:nvPicPr>
          <p:cNvPr id="14" name="Image 0" descr="nb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4572000"/>
            <a:ext cx="411480" cy="411480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44EE9144-5C20-B1F2-DFBE-000B2162FC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8059" y="1022463"/>
            <a:ext cx="2070899" cy="67346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Available Platforms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Any Device with a Modern Browser</a:t>
            </a:r>
            <a:endParaRPr lang="en-US" sz="1800" dirty="0"/>
          </a:p>
        </p:txBody>
      </p:sp>
      <p:pic>
        <p:nvPicPr>
          <p:cNvPr id="6" name="Image 0" descr="nb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48056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Backend-Free Web Application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480475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Runs on any device with a modern browser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zh-TW" alt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Therefore </a:t>
            </a:r>
            <a:r>
              <a:rPr 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unlike native apps, it can't access phone-native features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But</a:t>
            </a:r>
            <a:r>
              <a:rPr lang="zh-TW" alt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platform-specific integrations can bridge this gap</a:t>
            </a:r>
          </a:p>
          <a:p>
            <a:pPr marL="800100" lvl="1" indent="-342900">
              <a:spcAft>
                <a:spcPts val="1000"/>
              </a:spcAft>
              <a:buSzPct val="100000"/>
              <a:buChar char="●"/>
            </a:pPr>
            <a:r>
              <a:rPr lang="zh-TW" alt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</a:rPr>
              <a:t>Via </a:t>
            </a:r>
            <a:r>
              <a:rPr lang="en-US" altLang="zh-TW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</a:rPr>
              <a:t>API</a:t>
            </a:r>
            <a:r>
              <a:rPr lang="zh-TW" alt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</a:rPr>
              <a:t> — three types available, see </a:t>
            </a:r>
            <a:r>
              <a:rPr lang="en-US" altLang="zh-TW" sz="1600" dirty="0" err="1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</a:rPr>
              <a:t>useUrlAction.ts</a:t>
            </a:r>
            <a:endParaRPr lang="en-US" altLang="zh-TW" sz="1600" dirty="0">
              <a:solidFill>
                <a:srgbClr val="1E293B"/>
              </a:solidFill>
              <a:latin typeface="Microsoft JhengHei" pitchFamily="34" charset="0"/>
              <a:ea typeface="Microsoft JhengHei" pitchFamily="34" charset="-122"/>
            </a:endParaRPr>
          </a:p>
          <a:p>
            <a:pPr marL="1257300" lvl="2" indent="-342900">
              <a:spcAft>
                <a:spcPts val="1000"/>
              </a:spcAft>
              <a:buSzPct val="100000"/>
              <a:buChar char="●"/>
            </a:pPr>
            <a:r>
              <a:rPr lang="en-US" sz="1600" dirty="0"/>
              <a:t>interrupt</a:t>
            </a:r>
          </a:p>
          <a:p>
            <a:pPr marL="1257300" lvl="2" indent="-342900">
              <a:spcAft>
                <a:spcPts val="1000"/>
              </a:spcAft>
              <a:buSzPct val="100000"/>
              <a:buChar char="●"/>
            </a:pPr>
            <a:r>
              <a:rPr lang="en-US" sz="1600" dirty="0"/>
              <a:t>query</a:t>
            </a:r>
          </a:p>
          <a:p>
            <a:pPr marL="1257300" lvl="2" indent="-342900">
              <a:spcAft>
                <a:spcPts val="1000"/>
              </a:spcAft>
              <a:buSzPct val="100000"/>
              <a:buChar char="●"/>
            </a:pPr>
            <a:r>
              <a:rPr lang="en-US" sz="1600" dirty="0"/>
              <a:t>add</a:t>
            </a:r>
          </a:p>
        </p:txBody>
      </p:sp>
      <p:pic>
        <p:nvPicPr>
          <p:cNvPr id="6" name="Image 0" descr="nb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4572000"/>
            <a:ext cx="411480" cy="411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0" y="2011680"/>
            <a:ext cx="109728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8" name="Shape 5"/>
          <p:cNvSpPr/>
          <p:nvPr/>
        </p:nvSpPr>
        <p:spPr>
          <a:xfrm>
            <a:off x="6263640" y="2103120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6"/>
          <p:cNvSpPr/>
          <p:nvPr/>
        </p:nvSpPr>
        <p:spPr>
          <a:xfrm>
            <a:off x="626364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943600" y="2606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132320" y="2011680"/>
            <a:ext cx="109728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9"/>
          <p:cNvSpPr/>
          <p:nvPr/>
        </p:nvSpPr>
        <p:spPr>
          <a:xfrm>
            <a:off x="7452360" y="210312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0"/>
          <p:cNvSpPr/>
          <p:nvPr/>
        </p:nvSpPr>
        <p:spPr>
          <a:xfrm>
            <a:off x="745236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132320" y="2606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943600" y="3200400"/>
            <a:ext cx="109728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3"/>
          <p:cNvSpPr/>
          <p:nvPr/>
        </p:nvSpPr>
        <p:spPr>
          <a:xfrm>
            <a:off x="6263640" y="329184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4"/>
          <p:cNvSpPr/>
          <p:nvPr/>
        </p:nvSpPr>
        <p:spPr>
          <a:xfrm>
            <a:off x="626364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943600" y="3794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132320" y="3200400"/>
            <a:ext cx="109728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7"/>
          <p:cNvSpPr/>
          <p:nvPr/>
        </p:nvSpPr>
        <p:spPr>
          <a:xfrm>
            <a:off x="7452360" y="329184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8"/>
          <p:cNvSpPr/>
          <p:nvPr/>
        </p:nvSpPr>
        <p:spPr>
          <a:xfrm>
            <a:off x="745236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132320" y="3794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iPhone </a:t>
            </a:r>
            <a:r>
              <a:rPr lang="en-US" sz="2800" b="1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Shortcuts</a:t>
            </a:r>
            <a:r>
              <a:rPr lang="en-US" sz="2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&amp; Android API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384048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iPhone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Integrates phone-native features via Shortcuts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e.g., quickly add a task to </a:t>
            </a:r>
            <a:r>
              <a:rPr lang="en-US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Inbox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Shortcuts </a:t>
            </a:r>
            <a:r>
              <a:rPr lang="en-US" sz="140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available on the guide page</a:t>
            </a:r>
            <a:endParaRPr lang="en-US" sz="1400" dirty="0"/>
          </a:p>
          <a:p>
            <a:pPr marL="0" indent="0">
              <a:buNone/>
            </a:pPr>
            <a:r>
              <a:rPr lang="en-US" sz="140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Mostly </a:t>
            </a:r>
            <a:r>
              <a:rPr lang="en-US" sz="14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</a:t>
            </a:r>
            <a:r>
              <a:rPr lang="en-US" sz="140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calls — you can write your own too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3840480" cy="45720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754880" y="14630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210312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altLang="zh-TW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</a:t>
            </a:r>
            <a:r>
              <a:rPr lang="zh-TW" altLang="en-US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Shouldn't be hard, but hasn't been packaged like </a:t>
            </a:r>
            <a:r>
              <a:rPr lang="en-US" altLang="zh-TW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iPhone </a:t>
            </a:r>
            <a:r>
              <a:rPr lang="zh-TW" altLang="en-US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Shortcuts for direct download yet</a:t>
            </a:r>
            <a:r>
              <a:rPr lang="en-US" altLang="zh-TW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</a:t>
            </a:r>
            <a:endParaRPr lang="en-US" sz="1400" dirty="0">
              <a:solidFill>
                <a:srgbClr val="334155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Can also access features quickly via API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 docs on the guide page</a:t>
            </a:r>
            <a:endParaRPr lang="en-US" sz="1400" dirty="0"/>
          </a:p>
        </p:txBody>
      </p:sp>
      <p:pic>
        <p:nvPicPr>
          <p:cNvPr id="13" name="Image 0" descr="nb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4572000"/>
            <a:ext cx="411480" cy="411480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E173F415-7A4F-48D0-B745-EAE6AEE216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30" y="3757955"/>
            <a:ext cx="2354580" cy="57063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Desktop Users: Install as</a:t>
            </a: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PWA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Install as a </a:t>
            </a: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PWA</a:t>
            </a:r>
            <a:r>
              <a:rPr lang="en-US" sz="160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— works just like a regular app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Provides </a:t>
            </a: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web+nbl:// URL </a:t>
            </a:r>
            <a:r>
              <a:rPr lang="en-US" sz="160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scheme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Create desktop shortcuts to trigger specific functions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Consistent cross-platform experience</a:t>
            </a:r>
            <a:endParaRPr lang="en-US" sz="1600" dirty="0"/>
          </a:p>
        </p:txBody>
      </p:sp>
      <p:pic>
        <p:nvPicPr>
          <p:cNvPr id="6" name="Image 0" descr="nb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457200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 Source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Community Participation and Support Welcome</a:t>
            </a:r>
            <a:endParaRPr lang="en-US" sz="1800" dirty="0"/>
          </a:p>
        </p:txBody>
      </p:sp>
      <p:pic>
        <p:nvPicPr>
          <p:cNvPr id="6" name="Image 0" descr="nb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48056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 Source Project — Contributions Welcome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914400" y="1554480"/>
            <a:ext cx="7315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82880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0" y="1828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GitHub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2286000" y="23774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Fully open source — feel free to report issues or contribute code</a:t>
            </a:r>
            <a:endParaRPr lang="en-US" sz="1500" dirty="0"/>
          </a:p>
          <a:p>
            <a:pPr marL="0" indent="0">
              <a:buNone/>
            </a:pPr>
            <a:r>
              <a:rPr lang="en-US" sz="150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Currently maintained by a solo developer — community involvement is very welcome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14400" y="3840480"/>
            <a:ext cx="173736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Text 7"/>
          <p:cNvSpPr/>
          <p:nvPr/>
        </p:nvSpPr>
        <p:spPr>
          <a:xfrm>
            <a:off x="914400" y="38404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the repo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834640" y="3840480"/>
            <a:ext cx="173736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Text 9"/>
          <p:cNvSpPr/>
          <p:nvPr/>
        </p:nvSpPr>
        <p:spPr>
          <a:xfrm>
            <a:off x="2834640" y="38404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issues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54880" y="3840480"/>
            <a:ext cx="173736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1"/>
          <p:cNvSpPr/>
          <p:nvPr/>
        </p:nvSpPr>
        <p:spPr>
          <a:xfrm>
            <a:off x="4754880" y="38404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PRs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675120" y="3840480"/>
            <a:ext cx="173736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3"/>
          <p:cNvSpPr/>
          <p:nvPr/>
        </p:nvSpPr>
        <p:spPr>
          <a:xfrm>
            <a:off x="6675120" y="38404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Discussions</a:t>
            </a:r>
            <a:endParaRPr lang="en-US" sz="1100" dirty="0"/>
          </a:p>
        </p:txBody>
      </p:sp>
      <p:pic>
        <p:nvPicPr>
          <p:cNvPr id="17" name="Image 1" descr="nbl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457200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llustration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0"/>
            <a:ext cx="7722791" cy="5143500"/>
          </a:xfrm>
          <a:prstGeom prst="rect">
            <a:avLst/>
          </a:prstGeom>
        </p:spPr>
      </p:pic>
      <p:pic>
        <p:nvPicPr>
          <p:cNvPr id="3" name="Image 1" descr="nbl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914400"/>
            <a:ext cx="1828800" cy="1828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NonBlockingLife</a:t>
            </a:r>
            <a:endParaRPr lang="en-US" sz="3600" dirty="0"/>
          </a:p>
        </p:txBody>
      </p:sp>
      <p:sp>
        <p:nvSpPr>
          <p:cNvPr id="5" name="Text 1"/>
          <p:cNvSpPr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FCD3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Treat your brain as single-threaded — do one thing at a time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Thanks for Watching</a:t>
            </a:r>
            <a:r>
              <a:rPr lang="en-US" sz="16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❤️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583</TotalTime>
  <Words>1355</Words>
  <Application>Microsoft Office PowerPoint</Application>
  <PresentationFormat>如螢幕大小 (16:9)</PresentationFormat>
  <Paragraphs>282</Paragraphs>
  <Slides>25</Slides>
  <Notes>20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25</vt:i4>
      </vt:variant>
    </vt:vector>
  </HeadingPairs>
  <TitlesOfParts>
    <vt:vector size="32" baseType="lpstr">
      <vt:lpstr>Microsoft JhengHei</vt:lpstr>
      <vt:lpstr>Arial</vt:lpstr>
      <vt:lpstr>Arial Black</vt:lpstr>
      <vt:lpstr>Calibri</vt:lpstr>
      <vt:lpstr>Consolas</vt:lpstr>
      <vt:lpstr>Wingdings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Young-Chung Hsue</dc:creator>
  <cp:lastModifiedBy>Young-Chung Hsue</cp:lastModifiedBy>
  <cp:revision>2</cp:revision>
  <dcterms:created xsi:type="dcterms:W3CDTF">2026-04-20T02:36:04Z</dcterms:created>
  <dcterms:modified xsi:type="dcterms:W3CDTF">2026-05-04T03:46:35Z</dcterms:modified>
</cp:coreProperties>
</file>