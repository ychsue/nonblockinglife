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7551"/>
    <a:srgbClr val="A50021"/>
    <a:srgbClr val="8A9404"/>
    <a:srgbClr val="049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EB3AD-DBA8-496B-B2CB-9B930FF21D9E}" v="5" dt="2026-06-08T05:49:36.6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-Chung Hsue" userId="0d39fb11249e9e67" providerId="LiveId" clId="{A170C4A5-6498-4AC0-A24E-EBB8A3864606}"/>
    <pc:docChg chg="custSel addSld modSld">
      <pc:chgData name="Young-Chung Hsue" userId="0d39fb11249e9e67" providerId="LiveId" clId="{A170C4A5-6498-4AC0-A24E-EBB8A3864606}" dt="2026-06-08T05:49:51.444" v="79" actId="1037"/>
      <pc:docMkLst>
        <pc:docMk/>
      </pc:docMkLst>
      <pc:sldChg chg="addSp delSp modSp new mod">
        <pc:chgData name="Young-Chung Hsue" userId="0d39fb11249e9e67" providerId="LiveId" clId="{A170C4A5-6498-4AC0-A24E-EBB8A3864606}" dt="2026-06-08T05:49:51.444" v="79" actId="1037"/>
        <pc:sldMkLst>
          <pc:docMk/>
          <pc:sldMk cId="3596068540" sldId="257"/>
        </pc:sldMkLst>
        <pc:spChg chg="del">
          <ac:chgData name="Young-Chung Hsue" userId="0d39fb11249e9e67" providerId="LiveId" clId="{A170C4A5-6498-4AC0-A24E-EBB8A3864606}" dt="2026-06-08T05:42:09.568" v="1" actId="478"/>
          <ac:spMkLst>
            <pc:docMk/>
            <pc:sldMk cId="3596068540" sldId="257"/>
            <ac:spMk id="2" creationId="{BF3F1CAC-912A-655C-31AB-6386A41E3265}"/>
          </ac:spMkLst>
        </pc:spChg>
        <pc:spChg chg="del">
          <ac:chgData name="Young-Chung Hsue" userId="0d39fb11249e9e67" providerId="LiveId" clId="{A170C4A5-6498-4AC0-A24E-EBB8A3864606}" dt="2026-06-08T05:42:09.568" v="1" actId="478"/>
          <ac:spMkLst>
            <pc:docMk/>
            <pc:sldMk cId="3596068540" sldId="257"/>
            <ac:spMk id="3" creationId="{45ACCFCF-A03E-6DD1-1C04-82744F5F0B93}"/>
          </ac:spMkLst>
        </pc:spChg>
        <pc:spChg chg="add mod">
          <ac:chgData name="Young-Chung Hsue" userId="0d39fb11249e9e67" providerId="LiveId" clId="{A170C4A5-6498-4AC0-A24E-EBB8A3864606}" dt="2026-06-08T05:46:56.923" v="28" actId="692"/>
          <ac:spMkLst>
            <pc:docMk/>
            <pc:sldMk cId="3596068540" sldId="257"/>
            <ac:spMk id="6" creationId="{7EB9A5CB-BA38-7AB1-B5DC-03F2F24E4A03}"/>
          </ac:spMkLst>
        </pc:spChg>
        <pc:spChg chg="add mod">
          <ac:chgData name="Young-Chung Hsue" userId="0d39fb11249e9e67" providerId="LiveId" clId="{A170C4A5-6498-4AC0-A24E-EBB8A3864606}" dt="2026-06-08T05:47:03.888" v="29" actId="692"/>
          <ac:spMkLst>
            <pc:docMk/>
            <pc:sldMk cId="3596068540" sldId="257"/>
            <ac:spMk id="7" creationId="{4CCDF162-BEAA-CDE8-598A-221FDB8339AD}"/>
          </ac:spMkLst>
        </pc:spChg>
        <pc:spChg chg="add mod">
          <ac:chgData name="Young-Chung Hsue" userId="0d39fb11249e9e67" providerId="LiveId" clId="{A170C4A5-6498-4AC0-A24E-EBB8A3864606}" dt="2026-06-08T05:47:13.574" v="30" actId="692"/>
          <ac:spMkLst>
            <pc:docMk/>
            <pc:sldMk cId="3596068540" sldId="257"/>
            <ac:spMk id="8" creationId="{1C6B268F-79B4-054C-D970-53B9EDDEFE0B}"/>
          </ac:spMkLst>
        </pc:spChg>
        <pc:spChg chg="add mod">
          <ac:chgData name="Young-Chung Hsue" userId="0d39fb11249e9e67" providerId="LiveId" clId="{A170C4A5-6498-4AC0-A24E-EBB8A3864606}" dt="2026-06-08T05:48:56.258" v="55" actId="1076"/>
          <ac:spMkLst>
            <pc:docMk/>
            <pc:sldMk cId="3596068540" sldId="257"/>
            <ac:spMk id="12" creationId="{2258BF2D-73FB-1220-6F13-FD96081991A0}"/>
          </ac:spMkLst>
        </pc:spChg>
        <pc:spChg chg="add mod">
          <ac:chgData name="Young-Chung Hsue" userId="0d39fb11249e9e67" providerId="LiveId" clId="{A170C4A5-6498-4AC0-A24E-EBB8A3864606}" dt="2026-06-08T05:49:51.444" v="79" actId="1037"/>
          <ac:spMkLst>
            <pc:docMk/>
            <pc:sldMk cId="3596068540" sldId="257"/>
            <ac:spMk id="15" creationId="{B2B6E2BE-6091-CF13-EF5B-5310E13FDB61}"/>
          </ac:spMkLst>
        </pc:spChg>
        <pc:picChg chg="add">
          <ac:chgData name="Young-Chung Hsue" userId="0d39fb11249e9e67" providerId="LiveId" clId="{A170C4A5-6498-4AC0-A24E-EBB8A3864606}" dt="2026-06-08T05:42:11.132" v="2" actId="22"/>
          <ac:picMkLst>
            <pc:docMk/>
            <pc:sldMk cId="3596068540" sldId="257"/>
            <ac:picMk id="5" creationId="{3E322EF4-C1B7-A123-2482-BE21973ED38C}"/>
          </ac:picMkLst>
        </pc:picChg>
        <pc:cxnChg chg="add mod">
          <ac:chgData name="Young-Chung Hsue" userId="0d39fb11249e9e67" providerId="LiveId" clId="{A170C4A5-6498-4AC0-A24E-EBB8A3864606}" dt="2026-06-08T05:48:28.801" v="32" actId="14100"/>
          <ac:cxnSpMkLst>
            <pc:docMk/>
            <pc:sldMk cId="3596068540" sldId="257"/>
            <ac:cxnSpMk id="10" creationId="{8A797135-A9AF-E206-699E-D922BC929B33}"/>
          </ac:cxnSpMkLst>
        </pc:cxnChg>
        <pc:cxnChg chg="add mod">
          <ac:chgData name="Young-Chung Hsue" userId="0d39fb11249e9e67" providerId="LiveId" clId="{A170C4A5-6498-4AC0-A24E-EBB8A3864606}" dt="2026-06-08T05:49:18.073" v="58" actId="14100"/>
          <ac:cxnSpMkLst>
            <pc:docMk/>
            <pc:sldMk cId="3596068540" sldId="257"/>
            <ac:cxnSpMk id="13" creationId="{FC19A799-55FA-1D45-28FD-B18DBD7947E6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966985-CB7F-0BC0-D4A7-6609F56920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328AC84-A6BD-EB0F-9121-972821AB2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211805-5DE3-90E2-AC27-ECE6B110F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502E6F2-3291-4C54-DB36-76F31E7D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6B6F95-AC34-8D3F-3C59-C2D2DB6C2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4982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67BE4F-DCB2-8AB5-8CD6-36618D892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96F467-DFDB-BBBF-8269-1FE0FF268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EB2413-F5F5-CD89-1129-18D1BA464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8AB27F-0515-7BC2-38F0-72A95E3D6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39B986-FC8D-B283-9DE0-8EC5DA28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482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DE392-27F2-9589-6C45-E7AD00EAF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531C338-8852-03AD-D407-BBE79EC1A9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580A1A-7363-E313-3DFA-57335A60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59B097-2C1D-08C8-E20B-491C10512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029F4-6B3A-F8C0-364D-E48494E0C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1389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B64B1B-709E-7E5B-3A89-31CD97206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A1C3AD-AC99-6D76-616D-40474A1052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7329B1-C9C0-C769-F8E5-D4B5758957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368312-0A10-D8AF-BD94-8C6FEEA52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BF14590-60B2-AF2B-276D-3C5FF9E26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9D9941-316B-7B66-B29D-517CBAFDC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800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1FCF82-7A73-D5E9-19A9-33449B30E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3AC8E77-C07B-08E7-17A8-CEEC0BCA1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B9B42CA-C6BB-2B95-5519-C73567CA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51504D5-789B-08D5-EAA4-FBC1864F38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15270A1-27DF-2037-D779-67709AE4B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7DE7883-5304-457B-2767-684ED4363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1788466-8729-1E47-C135-14C80FAF7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DD2FC3-78AB-4357-7DAB-B0A7943D4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172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18C1B3-12C9-221E-4FE4-A91D3B76C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58D91F2-F685-6995-7B1E-C17536D28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424AA71-5CD8-F759-2338-01DB68D52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6D166C2-7298-1748-1466-BDAF7E95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6053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F292BF6-BB80-49F4-C74F-7F7345EE6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B6AB5A6-9E10-9BC3-A529-727812E90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F95264-6AE2-C7A9-0E59-A5D713BD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485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24DF7B-A12C-0C8B-604C-A5D282EF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385D53-4A18-1FEE-059E-4B33AB8C5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774683E-CA1B-8FAD-596B-A7031EA14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F40A38-3E47-77E4-DE93-6318496F2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ED10F0F-7AF8-F7F4-A3E8-2F09BBF07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A819384-8AF5-9B22-FB74-71B4B684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439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39E79E-3D57-4273-B9E8-5CE4C6FBA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4607448-F6B6-CC4E-7137-3EFAF274D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EC5F57-1BED-ED86-916C-1119F4904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B8445F-9393-85AF-FC31-7EF7482CD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95B22C-3249-7AB9-738A-35FD78036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15469A4-9608-396F-82D5-4B0D13BC6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8479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C46589-75E1-6C9E-C0A8-016A296E9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B1D36C0-B2CE-10D4-D91C-3C5F367A6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0922AA-0ACF-A9C2-8DBB-854C673F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71D3874-47E7-335D-BE4A-42352734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031C267-F4FF-E881-088D-ACF48AAD9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6755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3E8022A-D204-062C-CED9-A30642C4EA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4019241-008B-9616-9ABB-621ADBAA9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9E2FD8-4C8A-CEB3-9B5C-F4B478F86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081E17C-710F-8765-F315-18790EF14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0D4439-97E1-AF17-C7EF-5B0BEC9F7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1135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70F246A-98D7-8DFF-BC8E-1E9CD83BE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59A360A-575E-565C-73C0-5ECD6928E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B976DCC-4F97-637A-21BB-6B52572B97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D4ABA2-7608-43F0-88F1-EB9CC2A63409}" type="datetimeFigureOut">
              <a:rPr lang="zh-TW" altLang="en-US" smtClean="0"/>
              <a:t>2026/6/8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36C76C-9FA6-BB48-BFFF-1C35741927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EB9857-21FC-DC34-CB97-1A8A51330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072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56D8F2B-768F-52A1-5D3D-839FED8C9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73" y="1369174"/>
            <a:ext cx="5571503" cy="394577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056E6A1-1658-2D0F-A29B-7FC776220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925" y="1369174"/>
            <a:ext cx="5571503" cy="3962710"/>
          </a:xfrm>
          <a:prstGeom prst="rect">
            <a:avLst/>
          </a:prstGeom>
        </p:spPr>
      </p:pic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C35C1E38-3846-309B-EE8E-8A5A2D0CACF0}"/>
              </a:ext>
            </a:extLst>
          </p:cNvPr>
          <p:cNvCxnSpPr/>
          <p:nvPr/>
        </p:nvCxnSpPr>
        <p:spPr>
          <a:xfrm>
            <a:off x="8629650" y="5095875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BA2E2A16-ADE4-1E42-7B8F-6EC4002CF9AD}"/>
              </a:ext>
            </a:extLst>
          </p:cNvPr>
          <p:cNvCxnSpPr/>
          <p:nvPr/>
        </p:nvCxnSpPr>
        <p:spPr>
          <a:xfrm>
            <a:off x="10195213" y="4149148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C65F2C6C-2901-BDD1-E264-8520710FD218}"/>
              </a:ext>
            </a:extLst>
          </p:cNvPr>
          <p:cNvCxnSpPr/>
          <p:nvPr/>
        </p:nvCxnSpPr>
        <p:spPr>
          <a:xfrm>
            <a:off x="10195213" y="5314950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9CE0F7CD-A25B-70BC-49DF-6C5B3E23821F}"/>
              </a:ext>
            </a:extLst>
          </p:cNvPr>
          <p:cNvCxnSpPr/>
          <p:nvPr/>
        </p:nvCxnSpPr>
        <p:spPr>
          <a:xfrm>
            <a:off x="9185676" y="4544291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F0A00EF-A192-FFBE-7008-5EDA4976C547}"/>
              </a:ext>
            </a:extLst>
          </p:cNvPr>
          <p:cNvCxnSpPr/>
          <p:nvPr/>
        </p:nvCxnSpPr>
        <p:spPr>
          <a:xfrm>
            <a:off x="10751671" y="3668857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91CCA818-1776-6D01-DB67-6D1D7774E961}"/>
              </a:ext>
            </a:extLst>
          </p:cNvPr>
          <p:cNvCxnSpPr/>
          <p:nvPr/>
        </p:nvCxnSpPr>
        <p:spPr>
          <a:xfrm>
            <a:off x="10723850" y="4784436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2578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3E322EF4-C1B7-A123-2482-BE21973ED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125" y="513943"/>
            <a:ext cx="9135750" cy="5830114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EB9A5CB-BA38-7AB1-B5DC-03F2F24E4A03}"/>
              </a:ext>
            </a:extLst>
          </p:cNvPr>
          <p:cNvSpPr/>
          <p:nvPr/>
        </p:nvSpPr>
        <p:spPr>
          <a:xfrm>
            <a:off x="1643974" y="831273"/>
            <a:ext cx="8822988" cy="997527"/>
          </a:xfrm>
          <a:prstGeom prst="rect">
            <a:avLst/>
          </a:prstGeom>
          <a:solidFill>
            <a:srgbClr val="8A9404">
              <a:alpha val="9020"/>
            </a:srgbClr>
          </a:solidFill>
          <a:ln>
            <a:solidFill>
              <a:srgbClr val="8A94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zh-TW" altLang="en-US" sz="32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CDF162-BEAA-CDE8-598A-221FDB8339AD}"/>
              </a:ext>
            </a:extLst>
          </p:cNvPr>
          <p:cNvSpPr/>
          <p:nvPr/>
        </p:nvSpPr>
        <p:spPr>
          <a:xfrm>
            <a:off x="1643974" y="1828799"/>
            <a:ext cx="8822988" cy="581891"/>
          </a:xfrm>
          <a:prstGeom prst="rect">
            <a:avLst/>
          </a:prstGeom>
          <a:solidFill>
            <a:srgbClr val="A50021">
              <a:alpha val="9020"/>
            </a:srgbClr>
          </a:solidFill>
          <a:ln>
            <a:solidFill>
              <a:srgbClr val="A500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zh-TW" altLang="en-US" sz="32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C6B268F-79B4-054C-D970-53B9EDDEFE0B}"/>
              </a:ext>
            </a:extLst>
          </p:cNvPr>
          <p:cNvSpPr/>
          <p:nvPr/>
        </p:nvSpPr>
        <p:spPr>
          <a:xfrm>
            <a:off x="1643974" y="2410690"/>
            <a:ext cx="8822988" cy="3933367"/>
          </a:xfrm>
          <a:prstGeom prst="rect">
            <a:avLst/>
          </a:prstGeom>
          <a:solidFill>
            <a:srgbClr val="00B050">
              <a:alpha val="9020"/>
            </a:srgbClr>
          </a:solidFill>
          <a:ln>
            <a:solidFill>
              <a:srgbClr val="3B75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zh-TW" altLang="en-US" sz="3200" dirty="0"/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A797135-A9AF-E206-699E-D922BC929B33}"/>
              </a:ext>
            </a:extLst>
          </p:cNvPr>
          <p:cNvCxnSpPr>
            <a:cxnSpLocks/>
          </p:cNvCxnSpPr>
          <p:nvPr/>
        </p:nvCxnSpPr>
        <p:spPr>
          <a:xfrm flipH="1">
            <a:off x="4322618" y="3325091"/>
            <a:ext cx="203200" cy="22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258BF2D-73FB-1220-6F13-FD96081991A0}"/>
              </a:ext>
            </a:extLst>
          </p:cNvPr>
          <p:cNvSpPr txBox="1"/>
          <p:nvPr/>
        </p:nvSpPr>
        <p:spPr>
          <a:xfrm>
            <a:off x="4424218" y="3059668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URL</a:t>
            </a:r>
            <a:r>
              <a:rPr lang="zh-TW" altLang="en-US" dirty="0"/>
              <a:t> </a:t>
            </a:r>
            <a:r>
              <a:rPr lang="en-US" altLang="zh-TW" dirty="0"/>
              <a:t>link</a:t>
            </a:r>
            <a:endParaRPr lang="zh-TW" altLang="en-US" dirty="0"/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FC19A799-55FA-1D45-28FD-B18DBD7947E6}"/>
              </a:ext>
            </a:extLst>
          </p:cNvPr>
          <p:cNvCxnSpPr>
            <a:cxnSpLocks/>
          </p:cNvCxnSpPr>
          <p:nvPr/>
        </p:nvCxnSpPr>
        <p:spPr>
          <a:xfrm>
            <a:off x="7952509" y="3325091"/>
            <a:ext cx="337128" cy="288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2B6E2BE-6091-CF13-EF5B-5310E13FDB61}"/>
              </a:ext>
            </a:extLst>
          </p:cNvPr>
          <p:cNvSpPr txBox="1"/>
          <p:nvPr/>
        </p:nvSpPr>
        <p:spPr>
          <a:xfrm>
            <a:off x="6836652" y="3041132"/>
            <a:ext cx="136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Open Editor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96068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7</Words>
  <Application>Microsoft Office PowerPoint</Application>
  <PresentationFormat>寬螢幕</PresentationFormat>
  <Paragraphs>5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Young-Chung Hsue</dc:creator>
  <cp:lastModifiedBy>Young-Chung Hsue</cp:lastModifiedBy>
  <cp:revision>1</cp:revision>
  <dcterms:created xsi:type="dcterms:W3CDTF">2026-06-08T03:29:51Z</dcterms:created>
  <dcterms:modified xsi:type="dcterms:W3CDTF">2026-06-08T05:49:54Z</dcterms:modified>
</cp:coreProperties>
</file>