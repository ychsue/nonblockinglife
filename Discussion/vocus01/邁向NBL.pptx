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434"/>
    <a:srgbClr val="3B7551"/>
    <a:srgbClr val="A50021"/>
    <a:srgbClr val="8A94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BEB3AD-DBA8-496B-B2CB-9B930FF21D9E}" v="59" dt="2026-06-13T07:05:44.9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ung-Chung Hsue" userId="0d39fb11249e9e67" providerId="LiveId" clId="{A170C4A5-6498-4AC0-A24E-EBB8A3864606}"/>
    <pc:docChg chg="undo custSel addSld modSld">
      <pc:chgData name="Young-Chung Hsue" userId="0d39fb11249e9e67" providerId="LiveId" clId="{A170C4A5-6498-4AC0-A24E-EBB8A3864606}" dt="2026-06-13T07:05:44.977" v="518"/>
      <pc:docMkLst>
        <pc:docMk/>
      </pc:docMkLst>
      <pc:sldChg chg="addSp delSp modSp new mod">
        <pc:chgData name="Young-Chung Hsue" userId="0d39fb11249e9e67" providerId="LiveId" clId="{A170C4A5-6498-4AC0-A24E-EBB8A3864606}" dt="2026-06-08T05:49:51.444" v="79" actId="1037"/>
        <pc:sldMkLst>
          <pc:docMk/>
          <pc:sldMk cId="3596068540" sldId="257"/>
        </pc:sldMkLst>
        <pc:spChg chg="add mod">
          <ac:chgData name="Young-Chung Hsue" userId="0d39fb11249e9e67" providerId="LiveId" clId="{A170C4A5-6498-4AC0-A24E-EBB8A3864606}" dt="2026-06-08T05:46:56.923" v="28" actId="692"/>
          <ac:spMkLst>
            <pc:docMk/>
            <pc:sldMk cId="3596068540" sldId="257"/>
            <ac:spMk id="6" creationId="{7EB9A5CB-BA38-7AB1-B5DC-03F2F24E4A03}"/>
          </ac:spMkLst>
        </pc:spChg>
        <pc:spChg chg="add mod">
          <ac:chgData name="Young-Chung Hsue" userId="0d39fb11249e9e67" providerId="LiveId" clId="{A170C4A5-6498-4AC0-A24E-EBB8A3864606}" dt="2026-06-08T05:47:03.888" v="29" actId="692"/>
          <ac:spMkLst>
            <pc:docMk/>
            <pc:sldMk cId="3596068540" sldId="257"/>
            <ac:spMk id="7" creationId="{4CCDF162-BEAA-CDE8-598A-221FDB8339AD}"/>
          </ac:spMkLst>
        </pc:spChg>
        <pc:spChg chg="add mod">
          <ac:chgData name="Young-Chung Hsue" userId="0d39fb11249e9e67" providerId="LiveId" clId="{A170C4A5-6498-4AC0-A24E-EBB8A3864606}" dt="2026-06-08T05:47:13.574" v="30" actId="692"/>
          <ac:spMkLst>
            <pc:docMk/>
            <pc:sldMk cId="3596068540" sldId="257"/>
            <ac:spMk id="8" creationId="{1C6B268F-79B4-054C-D970-53B9EDDEFE0B}"/>
          </ac:spMkLst>
        </pc:spChg>
        <pc:spChg chg="add mod">
          <ac:chgData name="Young-Chung Hsue" userId="0d39fb11249e9e67" providerId="LiveId" clId="{A170C4A5-6498-4AC0-A24E-EBB8A3864606}" dt="2026-06-08T05:48:56.258" v="55" actId="1076"/>
          <ac:spMkLst>
            <pc:docMk/>
            <pc:sldMk cId="3596068540" sldId="257"/>
            <ac:spMk id="12" creationId="{2258BF2D-73FB-1220-6F13-FD96081991A0}"/>
          </ac:spMkLst>
        </pc:spChg>
        <pc:spChg chg="add mod">
          <ac:chgData name="Young-Chung Hsue" userId="0d39fb11249e9e67" providerId="LiveId" clId="{A170C4A5-6498-4AC0-A24E-EBB8A3864606}" dt="2026-06-08T05:49:51.444" v="79" actId="1037"/>
          <ac:spMkLst>
            <pc:docMk/>
            <pc:sldMk cId="3596068540" sldId="257"/>
            <ac:spMk id="15" creationId="{B2B6E2BE-6091-CF13-EF5B-5310E13FDB61}"/>
          </ac:spMkLst>
        </pc:spChg>
        <pc:picChg chg="add">
          <ac:chgData name="Young-Chung Hsue" userId="0d39fb11249e9e67" providerId="LiveId" clId="{A170C4A5-6498-4AC0-A24E-EBB8A3864606}" dt="2026-06-08T05:42:11.132" v="2" actId="22"/>
          <ac:picMkLst>
            <pc:docMk/>
            <pc:sldMk cId="3596068540" sldId="257"/>
            <ac:picMk id="5" creationId="{3E322EF4-C1B7-A123-2482-BE21973ED38C}"/>
          </ac:picMkLst>
        </pc:picChg>
        <pc:cxnChg chg="add mod">
          <ac:chgData name="Young-Chung Hsue" userId="0d39fb11249e9e67" providerId="LiveId" clId="{A170C4A5-6498-4AC0-A24E-EBB8A3864606}" dt="2026-06-08T05:48:28.801" v="32" actId="14100"/>
          <ac:cxnSpMkLst>
            <pc:docMk/>
            <pc:sldMk cId="3596068540" sldId="257"/>
            <ac:cxnSpMk id="10" creationId="{8A797135-A9AF-E206-699E-D922BC929B33}"/>
          </ac:cxnSpMkLst>
        </pc:cxnChg>
        <pc:cxnChg chg="add mod">
          <ac:chgData name="Young-Chung Hsue" userId="0d39fb11249e9e67" providerId="LiveId" clId="{A170C4A5-6498-4AC0-A24E-EBB8A3864606}" dt="2026-06-08T05:49:18.073" v="58" actId="14100"/>
          <ac:cxnSpMkLst>
            <pc:docMk/>
            <pc:sldMk cId="3596068540" sldId="257"/>
            <ac:cxnSpMk id="13" creationId="{FC19A799-55FA-1D45-28FD-B18DBD7947E6}"/>
          </ac:cxnSpMkLst>
        </pc:cxnChg>
      </pc:sldChg>
      <pc:sldChg chg="addSp delSp modSp new mod">
        <pc:chgData name="Young-Chung Hsue" userId="0d39fb11249e9e67" providerId="LiveId" clId="{A170C4A5-6498-4AC0-A24E-EBB8A3864606}" dt="2026-06-12T05:09:57.414" v="171" actId="14100"/>
        <pc:sldMkLst>
          <pc:docMk/>
          <pc:sldMk cId="2439407990" sldId="258"/>
        </pc:sldMkLst>
        <pc:spChg chg="add mod">
          <ac:chgData name="Young-Chung Hsue" userId="0d39fb11249e9e67" providerId="LiveId" clId="{A170C4A5-6498-4AC0-A24E-EBB8A3864606}" dt="2026-06-12T05:09:00.846" v="145" actId="1076"/>
          <ac:spMkLst>
            <pc:docMk/>
            <pc:sldMk cId="2439407990" sldId="258"/>
            <ac:spMk id="4" creationId="{A58323FD-732B-8F84-4A07-D246CA5667C0}"/>
          </ac:spMkLst>
        </pc:spChg>
        <pc:spChg chg="add mod">
          <ac:chgData name="Young-Chung Hsue" userId="0d39fb11249e9e67" providerId="LiveId" clId="{A170C4A5-6498-4AC0-A24E-EBB8A3864606}" dt="2026-06-12T05:09:31.140" v="168" actId="20577"/>
          <ac:spMkLst>
            <pc:docMk/>
            <pc:sldMk cId="2439407990" sldId="258"/>
            <ac:spMk id="7" creationId="{52208066-8DE1-9055-CE10-82BFF9B211D4}"/>
          </ac:spMkLst>
        </pc:spChg>
        <pc:picChg chg="add mod">
          <ac:chgData name="Young-Chung Hsue" userId="0d39fb11249e9e67" providerId="LiveId" clId="{A170C4A5-6498-4AC0-A24E-EBB8A3864606}" dt="2026-06-12T05:09:57.414" v="171" actId="14100"/>
          <ac:picMkLst>
            <pc:docMk/>
            <pc:sldMk cId="2439407990" sldId="258"/>
            <ac:picMk id="3" creationId="{5CE988D3-B22A-FCB1-7FD2-7871E3107122}"/>
          </ac:picMkLst>
        </pc:picChg>
        <pc:picChg chg="add mod">
          <ac:chgData name="Young-Chung Hsue" userId="0d39fb11249e9e67" providerId="LiveId" clId="{A170C4A5-6498-4AC0-A24E-EBB8A3864606}" dt="2026-06-12T05:08:51.840" v="144" actId="14100"/>
          <ac:picMkLst>
            <pc:docMk/>
            <pc:sldMk cId="2439407990" sldId="258"/>
            <ac:picMk id="6" creationId="{F14CC56F-43B5-EF8D-9EC5-9DDC5EC0A87F}"/>
          </ac:picMkLst>
        </pc:picChg>
      </pc:sldChg>
      <pc:sldChg chg="addSp delSp modSp new mod addAnim delAnim modAnim">
        <pc:chgData name="Young-Chung Hsue" userId="0d39fb11249e9e67" providerId="LiveId" clId="{A170C4A5-6498-4AC0-A24E-EBB8A3864606}" dt="2026-06-13T04:43:02.521" v="240" actId="1036"/>
        <pc:sldMkLst>
          <pc:docMk/>
          <pc:sldMk cId="1274500183" sldId="259"/>
        </pc:sldMkLst>
        <pc:spChg chg="del">
          <ac:chgData name="Young-Chung Hsue" userId="0d39fb11249e9e67" providerId="LiveId" clId="{A170C4A5-6498-4AC0-A24E-EBB8A3864606}" dt="2026-06-13T04:32:09.826" v="173" actId="478"/>
          <ac:spMkLst>
            <pc:docMk/>
            <pc:sldMk cId="1274500183" sldId="259"/>
            <ac:spMk id="2" creationId="{EDD4A3BF-3414-8534-03B4-2EEBC8A328C0}"/>
          </ac:spMkLst>
        </pc:spChg>
        <pc:spChg chg="del">
          <ac:chgData name="Young-Chung Hsue" userId="0d39fb11249e9e67" providerId="LiveId" clId="{A170C4A5-6498-4AC0-A24E-EBB8A3864606}" dt="2026-06-13T04:32:09.826" v="173" actId="478"/>
          <ac:spMkLst>
            <pc:docMk/>
            <pc:sldMk cId="1274500183" sldId="259"/>
            <ac:spMk id="3" creationId="{F3869FD4-62DC-6DCE-C50D-9BE5652E61E9}"/>
          </ac:spMkLst>
        </pc:spChg>
        <pc:grpChg chg="add mod">
          <ac:chgData name="Young-Chung Hsue" userId="0d39fb11249e9e67" providerId="LiveId" clId="{A170C4A5-6498-4AC0-A24E-EBB8A3864606}" dt="2026-06-13T04:43:02.521" v="240" actId="1036"/>
          <ac:grpSpMkLst>
            <pc:docMk/>
            <pc:sldMk cId="1274500183" sldId="259"/>
            <ac:grpSpMk id="9" creationId="{41245C16-E4F8-639D-1FEE-53B8C4EB206C}"/>
          </ac:grpSpMkLst>
        </pc:grpChg>
        <pc:picChg chg="add mod">
          <ac:chgData name="Young-Chung Hsue" userId="0d39fb11249e9e67" providerId="LiveId" clId="{A170C4A5-6498-4AC0-A24E-EBB8A3864606}" dt="2026-06-13T04:42:40.351" v="218" actId="14100"/>
          <ac:picMkLst>
            <pc:docMk/>
            <pc:sldMk cId="1274500183" sldId="259"/>
            <ac:picMk id="5" creationId="{4D2F7C8A-D39C-9FBF-B2DA-90A12B19FD23}"/>
          </ac:picMkLst>
        </pc:picChg>
        <pc:picChg chg="add mod">
          <ac:chgData name="Young-Chung Hsue" userId="0d39fb11249e9e67" providerId="LiveId" clId="{A170C4A5-6498-4AC0-A24E-EBB8A3864606}" dt="2026-06-13T04:35:02.081" v="182" actId="164"/>
          <ac:picMkLst>
            <pc:docMk/>
            <pc:sldMk cId="1274500183" sldId="259"/>
            <ac:picMk id="7" creationId="{C11CB596-7BEA-8B1A-566F-0F5C7F269026}"/>
          </ac:picMkLst>
        </pc:picChg>
        <pc:picChg chg="add mod">
          <ac:chgData name="Young-Chung Hsue" userId="0d39fb11249e9e67" providerId="LiveId" clId="{A170C4A5-6498-4AC0-A24E-EBB8A3864606}" dt="2026-06-13T04:35:02.081" v="182" actId="164"/>
          <ac:picMkLst>
            <pc:docMk/>
            <pc:sldMk cId="1274500183" sldId="259"/>
            <ac:picMk id="8" creationId="{E4F999DF-E23A-0A6E-1332-39CA965AF288}"/>
          </ac:picMkLst>
        </pc:picChg>
        <pc:cxnChg chg="add mod">
          <ac:chgData name="Young-Chung Hsue" userId="0d39fb11249e9e67" providerId="LiveId" clId="{A170C4A5-6498-4AC0-A24E-EBB8A3864606}" dt="2026-06-13T04:43:02.521" v="240" actId="1036"/>
          <ac:cxnSpMkLst>
            <pc:docMk/>
            <pc:sldMk cId="1274500183" sldId="259"/>
            <ac:cxnSpMk id="11" creationId="{21A49949-BDE5-E037-C296-F7CA55AEF715}"/>
          </ac:cxnSpMkLst>
        </pc:cxnChg>
        <pc:cxnChg chg="add mod">
          <ac:chgData name="Young-Chung Hsue" userId="0d39fb11249e9e67" providerId="LiveId" clId="{A170C4A5-6498-4AC0-A24E-EBB8A3864606}" dt="2026-06-13T04:43:02.521" v="240" actId="1036"/>
          <ac:cxnSpMkLst>
            <pc:docMk/>
            <pc:sldMk cId="1274500183" sldId="259"/>
            <ac:cxnSpMk id="12" creationId="{56E4E32F-04F9-DAE8-1B92-47D988565620}"/>
          </ac:cxnSpMkLst>
        </pc:cxnChg>
        <pc:cxnChg chg="add mod">
          <ac:chgData name="Young-Chung Hsue" userId="0d39fb11249e9e67" providerId="LiveId" clId="{A170C4A5-6498-4AC0-A24E-EBB8A3864606}" dt="2026-06-13T04:36:47.571" v="193" actId="693"/>
          <ac:cxnSpMkLst>
            <pc:docMk/>
            <pc:sldMk cId="1274500183" sldId="259"/>
            <ac:cxnSpMk id="14" creationId="{B20B3032-18E3-1FEF-7B59-B4650E194BC1}"/>
          </ac:cxnSpMkLst>
        </pc:cxnChg>
        <pc:cxnChg chg="add mod">
          <ac:chgData name="Young-Chung Hsue" userId="0d39fb11249e9e67" providerId="LiveId" clId="{A170C4A5-6498-4AC0-A24E-EBB8A3864606}" dt="2026-06-13T04:43:02.521" v="240" actId="1036"/>
          <ac:cxnSpMkLst>
            <pc:docMk/>
            <pc:sldMk cId="1274500183" sldId="259"/>
            <ac:cxnSpMk id="15" creationId="{CB631A60-AB3A-B63B-7A12-6739246F7750}"/>
          </ac:cxnSpMkLst>
        </pc:cxnChg>
      </pc:sldChg>
      <pc:sldChg chg="addSp delSp modSp new mod delAnim modAnim">
        <pc:chgData name="Young-Chung Hsue" userId="0d39fb11249e9e67" providerId="LiveId" clId="{A170C4A5-6498-4AC0-A24E-EBB8A3864606}" dt="2026-06-13T04:48:47.241" v="269"/>
        <pc:sldMkLst>
          <pc:docMk/>
          <pc:sldMk cId="2160912273" sldId="260"/>
        </pc:sldMkLst>
        <pc:spChg chg="del">
          <ac:chgData name="Young-Chung Hsue" userId="0d39fb11249e9e67" providerId="LiveId" clId="{A170C4A5-6498-4AC0-A24E-EBB8A3864606}" dt="2026-06-13T04:41:03.999" v="213" actId="478"/>
          <ac:spMkLst>
            <pc:docMk/>
            <pc:sldMk cId="2160912273" sldId="260"/>
            <ac:spMk id="2" creationId="{AECCE0BD-7DDF-DBFB-DED6-A64337EB4329}"/>
          </ac:spMkLst>
        </pc:spChg>
        <pc:spChg chg="del">
          <ac:chgData name="Young-Chung Hsue" userId="0d39fb11249e9e67" providerId="LiveId" clId="{A170C4A5-6498-4AC0-A24E-EBB8A3864606}" dt="2026-06-13T04:41:03.999" v="213" actId="478"/>
          <ac:spMkLst>
            <pc:docMk/>
            <pc:sldMk cId="2160912273" sldId="260"/>
            <ac:spMk id="3" creationId="{951D6284-8CAA-8864-2EDF-8BAF95705CFE}"/>
          </ac:spMkLst>
        </pc:spChg>
        <pc:grpChg chg="add mod">
          <ac:chgData name="Young-Chung Hsue" userId="0d39fb11249e9e67" providerId="LiveId" clId="{A170C4A5-6498-4AC0-A24E-EBB8A3864606}" dt="2026-06-13T04:43:16.123" v="242"/>
          <ac:grpSpMkLst>
            <pc:docMk/>
            <pc:sldMk cId="2160912273" sldId="260"/>
            <ac:grpSpMk id="8" creationId="{94F8514F-6E38-F499-F46E-A74CB895F8A3}"/>
          </ac:grpSpMkLst>
        </pc:grpChg>
        <pc:picChg chg="add del">
          <ac:chgData name="Young-Chung Hsue" userId="0d39fb11249e9e67" providerId="LiveId" clId="{A170C4A5-6498-4AC0-A24E-EBB8A3864606}" dt="2026-06-13T04:42:12.730" v="215" actId="478"/>
          <ac:picMkLst>
            <pc:docMk/>
            <pc:sldMk cId="2160912273" sldId="260"/>
            <ac:picMk id="5" creationId="{BA520301-C7AF-4203-7D0F-2E1AAB822808}"/>
          </ac:picMkLst>
        </pc:picChg>
        <pc:picChg chg="add mod">
          <ac:chgData name="Young-Chung Hsue" userId="0d39fb11249e9e67" providerId="LiveId" clId="{A170C4A5-6498-4AC0-A24E-EBB8A3864606}" dt="2026-06-13T04:43:31.620" v="248" actId="1035"/>
          <ac:picMkLst>
            <pc:docMk/>
            <pc:sldMk cId="2160912273" sldId="260"/>
            <ac:picMk id="7" creationId="{B6FC4D14-A389-B148-61A8-35E35BD19DBB}"/>
          </ac:picMkLst>
        </pc:picChg>
        <pc:picChg chg="mod">
          <ac:chgData name="Young-Chung Hsue" userId="0d39fb11249e9e67" providerId="LiveId" clId="{A170C4A5-6498-4AC0-A24E-EBB8A3864606}" dt="2026-06-13T04:43:16.123" v="242"/>
          <ac:picMkLst>
            <pc:docMk/>
            <pc:sldMk cId="2160912273" sldId="260"/>
            <ac:picMk id="9" creationId="{F91A057D-4812-AE58-685E-33D3401410C8}"/>
          </ac:picMkLst>
        </pc:picChg>
        <pc:picChg chg="mod">
          <ac:chgData name="Young-Chung Hsue" userId="0d39fb11249e9e67" providerId="LiveId" clId="{A170C4A5-6498-4AC0-A24E-EBB8A3864606}" dt="2026-06-13T04:43:16.123" v="242"/>
          <ac:picMkLst>
            <pc:docMk/>
            <pc:sldMk cId="2160912273" sldId="260"/>
            <ac:picMk id="10" creationId="{41676DB9-34CA-1814-29FB-5EC25CF9E2FB}"/>
          </ac:picMkLst>
        </pc:picChg>
        <pc:cxnChg chg="add del mod">
          <ac:chgData name="Young-Chung Hsue" userId="0d39fb11249e9e67" providerId="LiveId" clId="{A170C4A5-6498-4AC0-A24E-EBB8A3864606}" dt="2026-06-13T04:44:49.500" v="249" actId="478"/>
          <ac:cxnSpMkLst>
            <pc:docMk/>
            <pc:sldMk cId="2160912273" sldId="260"/>
            <ac:cxnSpMk id="11" creationId="{DF667943-4D98-EC36-5451-41BBF15855D2}"/>
          </ac:cxnSpMkLst>
        </pc:cxnChg>
        <pc:cxnChg chg="add del mod">
          <ac:chgData name="Young-Chung Hsue" userId="0d39fb11249e9e67" providerId="LiveId" clId="{A170C4A5-6498-4AC0-A24E-EBB8A3864606}" dt="2026-06-13T04:44:49.500" v="249" actId="478"/>
          <ac:cxnSpMkLst>
            <pc:docMk/>
            <pc:sldMk cId="2160912273" sldId="260"/>
            <ac:cxnSpMk id="12" creationId="{E925B30D-A1D8-DEF7-FA47-1B62366455FD}"/>
          </ac:cxnSpMkLst>
        </pc:cxnChg>
        <pc:cxnChg chg="add mod">
          <ac:chgData name="Young-Chung Hsue" userId="0d39fb11249e9e67" providerId="LiveId" clId="{A170C4A5-6498-4AC0-A24E-EBB8A3864606}" dt="2026-06-13T04:44:58.511" v="251" actId="14100"/>
          <ac:cxnSpMkLst>
            <pc:docMk/>
            <pc:sldMk cId="2160912273" sldId="260"/>
            <ac:cxnSpMk id="13" creationId="{62BCAF6D-4407-BC98-058B-F73C0D2E18DD}"/>
          </ac:cxnSpMkLst>
        </pc:cxnChg>
        <pc:cxnChg chg="add mod">
          <ac:chgData name="Young-Chung Hsue" userId="0d39fb11249e9e67" providerId="LiveId" clId="{A170C4A5-6498-4AC0-A24E-EBB8A3864606}" dt="2026-06-13T04:48:19.954" v="266" actId="1076"/>
          <ac:cxnSpMkLst>
            <pc:docMk/>
            <pc:sldMk cId="2160912273" sldId="260"/>
            <ac:cxnSpMk id="19" creationId="{C519280F-6C5C-1FED-6B78-5F97D7FB00B6}"/>
          </ac:cxnSpMkLst>
        </pc:cxnChg>
      </pc:sldChg>
      <pc:sldChg chg="addSp delSp modSp new mod">
        <pc:chgData name="Young-Chung Hsue" userId="0d39fb11249e9e67" providerId="LiveId" clId="{A170C4A5-6498-4AC0-A24E-EBB8A3864606}" dt="2026-06-13T05:10:36.046" v="273"/>
        <pc:sldMkLst>
          <pc:docMk/>
          <pc:sldMk cId="3408930596" sldId="261"/>
        </pc:sldMkLst>
        <pc:spChg chg="del">
          <ac:chgData name="Young-Chung Hsue" userId="0d39fb11249e9e67" providerId="LiveId" clId="{A170C4A5-6498-4AC0-A24E-EBB8A3864606}" dt="2026-06-13T05:10:34.107" v="271" actId="478"/>
          <ac:spMkLst>
            <pc:docMk/>
            <pc:sldMk cId="3408930596" sldId="261"/>
            <ac:spMk id="2" creationId="{D1D4CDDE-7644-5A6B-0914-6B6F516C8D3F}"/>
          </ac:spMkLst>
        </pc:spChg>
        <pc:spChg chg="del">
          <ac:chgData name="Young-Chung Hsue" userId="0d39fb11249e9e67" providerId="LiveId" clId="{A170C4A5-6498-4AC0-A24E-EBB8A3864606}" dt="2026-06-13T05:10:34.107" v="271" actId="478"/>
          <ac:spMkLst>
            <pc:docMk/>
            <pc:sldMk cId="3408930596" sldId="261"/>
            <ac:spMk id="3" creationId="{ED7C17A3-FCCC-C23B-67A9-C5E121CFEBEA}"/>
          </ac:spMkLst>
        </pc:spChg>
        <pc:picChg chg="add mod">
          <ac:chgData name="Young-Chung Hsue" userId="0d39fb11249e9e67" providerId="LiveId" clId="{A170C4A5-6498-4AC0-A24E-EBB8A3864606}" dt="2026-06-13T05:10:36.046" v="273"/>
          <ac:picMkLst>
            <pc:docMk/>
            <pc:sldMk cId="3408930596" sldId="261"/>
            <ac:picMk id="5" creationId="{FB4874DA-BD76-C36F-7C40-9C16C5A4E03D}"/>
          </ac:picMkLst>
        </pc:picChg>
      </pc:sldChg>
      <pc:sldChg chg="modSp new mod modAnim">
        <pc:chgData name="Young-Chung Hsue" userId="0d39fb11249e9e67" providerId="LiveId" clId="{A170C4A5-6498-4AC0-A24E-EBB8A3864606}" dt="2026-06-13T06:36:57.644" v="457" actId="1035"/>
        <pc:sldMkLst>
          <pc:docMk/>
          <pc:sldMk cId="848532407" sldId="262"/>
        </pc:sldMkLst>
        <pc:spChg chg="mod">
          <ac:chgData name="Young-Chung Hsue" userId="0d39fb11249e9e67" providerId="LiveId" clId="{A170C4A5-6498-4AC0-A24E-EBB8A3864606}" dt="2026-06-13T06:34:35.576" v="454" actId="20577"/>
          <ac:spMkLst>
            <pc:docMk/>
            <pc:sldMk cId="848532407" sldId="262"/>
            <ac:spMk id="2" creationId="{E51B1235-3ABB-DA3F-014D-656267C12433}"/>
          </ac:spMkLst>
        </pc:spChg>
        <pc:spChg chg="mod">
          <ac:chgData name="Young-Chung Hsue" userId="0d39fb11249e9e67" providerId="LiveId" clId="{A170C4A5-6498-4AC0-A24E-EBB8A3864606}" dt="2026-06-13T06:36:57.644" v="457" actId="1035"/>
          <ac:spMkLst>
            <pc:docMk/>
            <pc:sldMk cId="848532407" sldId="262"/>
            <ac:spMk id="3" creationId="{076BDB3D-53BF-8CEE-0AD1-E2EF46AE8F73}"/>
          </ac:spMkLst>
        </pc:spChg>
      </pc:sldChg>
      <pc:sldChg chg="addSp delSp modSp add mod delAnim modAnim">
        <pc:chgData name="Young-Chung Hsue" userId="0d39fb11249e9e67" providerId="LiveId" clId="{A170C4A5-6498-4AC0-A24E-EBB8A3864606}" dt="2026-06-13T07:05:44.977" v="518"/>
        <pc:sldMkLst>
          <pc:docMk/>
          <pc:sldMk cId="779573481" sldId="263"/>
        </pc:sldMkLst>
        <pc:spChg chg="add del">
          <ac:chgData name="Young-Chung Hsue" userId="0d39fb11249e9e67" providerId="LiveId" clId="{A170C4A5-6498-4AC0-A24E-EBB8A3864606}" dt="2026-06-13T07:01:56.190" v="509" actId="11529"/>
          <ac:spMkLst>
            <pc:docMk/>
            <pc:sldMk cId="779573481" sldId="263"/>
            <ac:spMk id="23" creationId="{99118187-5AB1-8959-8759-241C28D1A50E}"/>
          </ac:spMkLst>
        </pc:spChg>
        <pc:spChg chg="add del">
          <ac:chgData name="Young-Chung Hsue" userId="0d39fb11249e9e67" providerId="LiveId" clId="{A170C4A5-6498-4AC0-A24E-EBB8A3864606}" dt="2026-06-13T07:02:35.242" v="511" actId="11529"/>
          <ac:spMkLst>
            <pc:docMk/>
            <pc:sldMk cId="779573481" sldId="263"/>
            <ac:spMk id="24" creationId="{95024E03-852C-8F4F-02EF-008841AFA898}"/>
          </ac:spMkLst>
        </pc:spChg>
        <pc:spChg chg="add mod">
          <ac:chgData name="Young-Chung Hsue" userId="0d39fb11249e9e67" providerId="LiveId" clId="{A170C4A5-6498-4AC0-A24E-EBB8A3864606}" dt="2026-06-13T07:04:00.203" v="515" actId="206"/>
          <ac:spMkLst>
            <pc:docMk/>
            <pc:sldMk cId="779573481" sldId="263"/>
            <ac:spMk id="25" creationId="{A5432C9D-9B21-B9B2-742F-C8BC1296F3FB}"/>
          </ac:spMkLst>
        </pc:spChg>
        <pc:picChg chg="mod">
          <ac:chgData name="Young-Chung Hsue" userId="0d39fb11249e9e67" providerId="LiveId" clId="{A170C4A5-6498-4AC0-A24E-EBB8A3864606}" dt="2026-06-13T06:59:48.354" v="503" actId="1036"/>
          <ac:picMkLst>
            <pc:docMk/>
            <pc:sldMk cId="779573481" sldId="263"/>
            <ac:picMk id="7" creationId="{D5A01124-C611-5166-0539-3AC761C67E8E}"/>
          </ac:picMkLst>
        </pc:picChg>
        <pc:cxnChg chg="add mod">
          <ac:chgData name="Young-Chung Hsue" userId="0d39fb11249e9e67" providerId="LiveId" clId="{A170C4A5-6498-4AC0-A24E-EBB8A3864606}" dt="2026-06-13T06:46:56.622" v="462" actId="1582"/>
          <ac:cxnSpMkLst>
            <pc:docMk/>
            <pc:sldMk cId="779573481" sldId="263"/>
            <ac:cxnSpMk id="3" creationId="{05708A91-25FA-55D8-4712-440F7E5429F9}"/>
          </ac:cxnSpMkLst>
        </pc:cxnChg>
        <pc:cxnChg chg="add mod">
          <ac:chgData name="Young-Chung Hsue" userId="0d39fb11249e9e67" providerId="LiveId" clId="{A170C4A5-6498-4AC0-A24E-EBB8A3864606}" dt="2026-06-13T06:57:28.990" v="491" actId="208"/>
          <ac:cxnSpMkLst>
            <pc:docMk/>
            <pc:sldMk cId="779573481" sldId="263"/>
            <ac:cxnSpMk id="4" creationId="{C010FA95-64EE-5DFE-4AA2-7CAA316884B8}"/>
          </ac:cxnSpMkLst>
        </pc:cxnChg>
        <pc:cxnChg chg="add mod">
          <ac:chgData name="Young-Chung Hsue" userId="0d39fb11249e9e67" providerId="LiveId" clId="{A170C4A5-6498-4AC0-A24E-EBB8A3864606}" dt="2026-06-13T06:51:18.263" v="475" actId="1076"/>
          <ac:cxnSpMkLst>
            <pc:docMk/>
            <pc:sldMk cId="779573481" sldId="263"/>
            <ac:cxnSpMk id="5" creationId="{5B180585-321A-EBA6-7D93-7CC4DEEE27CB}"/>
          </ac:cxnSpMkLst>
        </pc:cxnChg>
        <pc:cxnChg chg="add mod">
          <ac:chgData name="Young-Chung Hsue" userId="0d39fb11249e9e67" providerId="LiveId" clId="{A170C4A5-6498-4AC0-A24E-EBB8A3864606}" dt="2026-06-13T06:57:24.908" v="490" actId="208"/>
          <ac:cxnSpMkLst>
            <pc:docMk/>
            <pc:sldMk cId="779573481" sldId="263"/>
            <ac:cxnSpMk id="6" creationId="{33E99434-9AAB-59F7-CA4C-6FAA4B28F248}"/>
          </ac:cxnSpMkLst>
        </pc:cxnChg>
        <pc:cxnChg chg="del">
          <ac:chgData name="Young-Chung Hsue" userId="0d39fb11249e9e67" providerId="LiveId" clId="{A170C4A5-6498-4AC0-A24E-EBB8A3864606}" dt="2026-06-13T06:44:18.334" v="459" actId="478"/>
          <ac:cxnSpMkLst>
            <pc:docMk/>
            <pc:sldMk cId="779573481" sldId="263"/>
            <ac:cxnSpMk id="13" creationId="{F56CF335-179E-9CE2-B57F-03F034BDA4C8}"/>
          </ac:cxnSpMkLst>
        </pc:cxnChg>
      </pc:sldChg>
      <pc:sldChg chg="addSp delSp modSp new mod">
        <pc:chgData name="Young-Chung Hsue" userId="0d39fb11249e9e67" providerId="LiveId" clId="{A170C4A5-6498-4AC0-A24E-EBB8A3864606}" dt="2026-06-13T07:00:06.468" v="507" actId="1036"/>
        <pc:sldMkLst>
          <pc:docMk/>
          <pc:sldMk cId="3917660026" sldId="264"/>
        </pc:sldMkLst>
        <pc:spChg chg="del">
          <ac:chgData name="Young-Chung Hsue" userId="0d39fb11249e9e67" providerId="LiveId" clId="{A170C4A5-6498-4AC0-A24E-EBB8A3864606}" dt="2026-06-13T06:55:16.121" v="486" actId="478"/>
          <ac:spMkLst>
            <pc:docMk/>
            <pc:sldMk cId="3917660026" sldId="264"/>
            <ac:spMk id="2" creationId="{56F253C3-3A4C-4749-1990-A347C4803E06}"/>
          </ac:spMkLst>
        </pc:spChg>
        <pc:spChg chg="del">
          <ac:chgData name="Young-Chung Hsue" userId="0d39fb11249e9e67" providerId="LiveId" clId="{A170C4A5-6498-4AC0-A24E-EBB8A3864606}" dt="2026-06-13T06:55:16.121" v="486" actId="478"/>
          <ac:spMkLst>
            <pc:docMk/>
            <pc:sldMk cId="3917660026" sldId="264"/>
            <ac:spMk id="3" creationId="{643CDD4A-8860-EFB6-5AAC-AEBC63B2D61B}"/>
          </ac:spMkLst>
        </pc:spChg>
        <pc:picChg chg="add mod">
          <ac:chgData name="Young-Chung Hsue" userId="0d39fb11249e9e67" providerId="LiveId" clId="{A170C4A5-6498-4AC0-A24E-EBB8A3864606}" dt="2026-06-13T07:00:06.468" v="507" actId="1036"/>
          <ac:picMkLst>
            <pc:docMk/>
            <pc:sldMk cId="3917660026" sldId="264"/>
            <ac:picMk id="5" creationId="{585EA3A8-789A-B9CC-B4C1-880969259A4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966985-CB7F-0BC0-D4A7-6609F56920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328AC84-A6BD-EB0F-9121-972821AB26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211805-5DE3-90E2-AC27-ECE6B110F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ABA2-7608-43F0-88F1-EB9CC2A63409}" type="datetimeFigureOut">
              <a:rPr lang="zh-TW" altLang="en-US" smtClean="0"/>
              <a:t>2026/6/26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502E6F2-3291-4C54-DB36-76F31E7DA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26B6F95-AC34-8D3F-3C59-C2D2DB6C2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EB26C-28DC-4BAD-BC34-F2C7246908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4982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67BE4F-DCB2-8AB5-8CD6-36618D892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96F467-DFDB-BBBF-8269-1FE0FF268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EEB2413-F5F5-CD89-1129-18D1BA464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ABA2-7608-43F0-88F1-EB9CC2A63409}" type="datetimeFigureOut">
              <a:rPr lang="zh-TW" altLang="en-US" smtClean="0"/>
              <a:t>2026/6/26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08AB27F-0515-7BC2-38F0-72A95E3D6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239B986-FC8D-B283-9DE0-8EC5DA28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EB26C-28DC-4BAD-BC34-F2C7246908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4826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1DE392-27F2-9589-6C45-E7AD00EAF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531C338-8852-03AD-D407-BBE79EC1A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580A1A-7363-E313-3DFA-57335A600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ABA2-7608-43F0-88F1-EB9CC2A63409}" type="datetimeFigureOut">
              <a:rPr lang="zh-TW" altLang="en-US" smtClean="0"/>
              <a:t>2026/6/26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59B097-2C1D-08C8-E20B-491C10512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BE029F4-6B3A-F8C0-364D-E48494E0C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EB26C-28DC-4BAD-BC34-F2C7246908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1389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B64B1B-709E-7E5B-3A89-31CD97206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BA1C3AD-AC99-6D76-616D-40474A1052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A7329B1-C9C0-C769-F8E5-D4B5758957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E368312-0A10-D8AF-BD94-8C6FEEA52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ABA2-7608-43F0-88F1-EB9CC2A63409}" type="datetimeFigureOut">
              <a:rPr lang="zh-TW" altLang="en-US" smtClean="0"/>
              <a:t>2026/6/26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BF14590-60B2-AF2B-276D-3C5FF9E26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29D9941-316B-7B66-B29D-517CBAFDC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EB26C-28DC-4BAD-BC34-F2C7246908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8005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1FCF82-7A73-D5E9-19A9-33449B30E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3AC8E77-C07B-08E7-17A8-CEEC0BCA1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B9B42CA-C6BB-2B95-5519-C73567CAD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51504D5-789B-08D5-EAA4-FBC1864F38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15270A1-27DF-2037-D779-67709AE4B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7DE7883-5304-457B-2767-684ED4363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ABA2-7608-43F0-88F1-EB9CC2A63409}" type="datetimeFigureOut">
              <a:rPr lang="zh-TW" altLang="en-US" smtClean="0"/>
              <a:t>2026/6/26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1788466-8729-1E47-C135-14C80FAF7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5DD2FC3-78AB-4357-7DAB-B0A7943D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EB26C-28DC-4BAD-BC34-F2C7246908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172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18C1B3-12C9-221E-4FE4-A91D3B76C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58D91F2-F685-6995-7B1E-C17536D28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ABA2-7608-43F0-88F1-EB9CC2A63409}" type="datetimeFigureOut">
              <a:rPr lang="zh-TW" altLang="en-US" smtClean="0"/>
              <a:t>2026/6/26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424AA71-5CD8-F759-2338-01DB68D52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6D166C2-7298-1748-1466-BDAF7E95E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EB26C-28DC-4BAD-BC34-F2C7246908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6053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F292BF6-BB80-49F4-C74F-7F7345EE6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ABA2-7608-43F0-88F1-EB9CC2A63409}" type="datetimeFigureOut">
              <a:rPr lang="zh-TW" altLang="en-US" smtClean="0"/>
              <a:t>2026/6/26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B6AB5A6-9E10-9BC3-A529-727812E90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F95264-6AE2-C7A9-0E59-A5D713BD7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EB26C-28DC-4BAD-BC34-F2C7246908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4485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24DF7B-A12C-0C8B-604C-A5D282EFD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385D53-4A18-1FEE-059E-4B33AB8C5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774683E-CA1B-8FAD-596B-A7031EA14F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7F40A38-3E47-77E4-DE93-6318496F2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ABA2-7608-43F0-88F1-EB9CC2A63409}" type="datetimeFigureOut">
              <a:rPr lang="zh-TW" altLang="en-US" smtClean="0"/>
              <a:t>2026/6/26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ED10F0F-7AF8-F7F4-A3E8-2F09BBF07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A819384-8AF5-9B22-FB74-71B4B6849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EB26C-28DC-4BAD-BC34-F2C7246908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4394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39E79E-3D57-4273-B9E8-5CE4C6FBA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4607448-F6B6-CC4E-7137-3EFAF274DA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0EC5F57-1BED-ED86-916C-1119F49043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1B8445F-9393-85AF-FC31-7EF7482CD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ABA2-7608-43F0-88F1-EB9CC2A63409}" type="datetimeFigureOut">
              <a:rPr lang="zh-TW" altLang="en-US" smtClean="0"/>
              <a:t>2026/6/26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595B22C-3249-7AB9-738A-35FD78036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15469A4-9608-396F-82D5-4B0D13BC6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EB26C-28DC-4BAD-BC34-F2C7246908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8479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C46589-75E1-6C9E-C0A8-016A296E9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B1D36C0-B2CE-10D4-D91C-3C5F367A68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0922AA-0ACF-A9C2-8DBB-854C673F7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ABA2-7608-43F0-88F1-EB9CC2A63409}" type="datetimeFigureOut">
              <a:rPr lang="zh-TW" altLang="en-US" smtClean="0"/>
              <a:t>2026/6/26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71D3874-47E7-335D-BE4A-42352734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031C267-F4FF-E881-088D-ACF48AAD9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EB26C-28DC-4BAD-BC34-F2C7246908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6755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3E8022A-D204-062C-CED9-A30642C4EA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4019241-008B-9616-9ABB-621ADBAA9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69E2FD8-4C8A-CEB3-9B5C-F4B478F86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ABA2-7608-43F0-88F1-EB9CC2A63409}" type="datetimeFigureOut">
              <a:rPr lang="zh-TW" altLang="en-US" smtClean="0"/>
              <a:t>2026/6/26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81E17C-710F-8765-F315-18790EF14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90D4439-97E1-AF17-C7EF-5B0BEC9F7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EB26C-28DC-4BAD-BC34-F2C7246908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1135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70F246A-98D7-8DFF-BC8E-1E9CD83BE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9A360A-575E-565C-73C0-5ECD6928E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B976DCC-4F97-637A-21BB-6B52572B97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D4ABA2-7608-43F0-88F1-EB9CC2A63409}" type="datetimeFigureOut">
              <a:rPr lang="zh-TW" altLang="en-US" smtClean="0"/>
              <a:t>2026/6/26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536C76C-9FA6-BB48-BFFF-1C35741927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AEB9857-21FC-DC34-CB97-1A8A51330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7EB26C-28DC-4BAD-BC34-F2C7246908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1072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56D8F2B-768F-52A1-5D3D-839FED8C9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73" y="1369174"/>
            <a:ext cx="5571503" cy="394577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056E6A1-1658-2D0F-A29B-7FC776220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925" y="1369174"/>
            <a:ext cx="5571503" cy="3962710"/>
          </a:xfrm>
          <a:prstGeom prst="rect">
            <a:avLst/>
          </a:prstGeom>
        </p:spPr>
      </p:pic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C35C1E38-3846-309B-EE8E-8A5A2D0CACF0}"/>
              </a:ext>
            </a:extLst>
          </p:cNvPr>
          <p:cNvCxnSpPr/>
          <p:nvPr/>
        </p:nvCxnSpPr>
        <p:spPr>
          <a:xfrm>
            <a:off x="8629650" y="5095875"/>
            <a:ext cx="10572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BA2E2A16-ADE4-1E42-7B8F-6EC4002CF9AD}"/>
              </a:ext>
            </a:extLst>
          </p:cNvPr>
          <p:cNvCxnSpPr/>
          <p:nvPr/>
        </p:nvCxnSpPr>
        <p:spPr>
          <a:xfrm>
            <a:off x="10195213" y="4149148"/>
            <a:ext cx="10572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C65F2C6C-2901-BDD1-E264-8520710FD218}"/>
              </a:ext>
            </a:extLst>
          </p:cNvPr>
          <p:cNvCxnSpPr/>
          <p:nvPr/>
        </p:nvCxnSpPr>
        <p:spPr>
          <a:xfrm>
            <a:off x="10195213" y="5314950"/>
            <a:ext cx="10572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9CE0F7CD-A25B-70BC-49DF-6C5B3E23821F}"/>
              </a:ext>
            </a:extLst>
          </p:cNvPr>
          <p:cNvCxnSpPr/>
          <p:nvPr/>
        </p:nvCxnSpPr>
        <p:spPr>
          <a:xfrm>
            <a:off x="9185676" y="4544291"/>
            <a:ext cx="0" cy="480291"/>
          </a:xfrm>
          <a:prstGeom prst="straightConnector1">
            <a:avLst/>
          </a:prstGeom>
          <a:ln>
            <a:headEnd type="none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CF0A00EF-A192-FFBE-7008-5EDA4976C547}"/>
              </a:ext>
            </a:extLst>
          </p:cNvPr>
          <p:cNvCxnSpPr/>
          <p:nvPr/>
        </p:nvCxnSpPr>
        <p:spPr>
          <a:xfrm>
            <a:off x="10751671" y="3668857"/>
            <a:ext cx="0" cy="480291"/>
          </a:xfrm>
          <a:prstGeom prst="straightConnector1">
            <a:avLst/>
          </a:prstGeom>
          <a:ln>
            <a:headEnd type="none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91CCA818-1776-6D01-DB67-6D1D7774E961}"/>
              </a:ext>
            </a:extLst>
          </p:cNvPr>
          <p:cNvCxnSpPr/>
          <p:nvPr/>
        </p:nvCxnSpPr>
        <p:spPr>
          <a:xfrm>
            <a:off x="10723850" y="4784436"/>
            <a:ext cx="0" cy="480291"/>
          </a:xfrm>
          <a:prstGeom prst="straightConnector1">
            <a:avLst/>
          </a:prstGeom>
          <a:ln>
            <a:headEnd type="none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2578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180EA190-3B7D-81FA-1EE2-1E37DEFFD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442" y="183543"/>
            <a:ext cx="7459116" cy="660174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EB9A5CB-BA38-7AB1-B5DC-03F2F24E4A03}"/>
              </a:ext>
            </a:extLst>
          </p:cNvPr>
          <p:cNvSpPr/>
          <p:nvPr/>
        </p:nvSpPr>
        <p:spPr>
          <a:xfrm>
            <a:off x="2375968" y="209271"/>
            <a:ext cx="7312977" cy="954516"/>
          </a:xfrm>
          <a:prstGeom prst="rect">
            <a:avLst/>
          </a:prstGeom>
          <a:solidFill>
            <a:srgbClr val="8A9404">
              <a:alpha val="9020"/>
            </a:srgbClr>
          </a:solidFill>
          <a:ln>
            <a:solidFill>
              <a:srgbClr val="8A94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zh-TW" altLang="en-US" sz="32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CCDF162-BEAA-CDE8-598A-221FDB8339AD}"/>
              </a:ext>
            </a:extLst>
          </p:cNvPr>
          <p:cNvSpPr/>
          <p:nvPr/>
        </p:nvSpPr>
        <p:spPr>
          <a:xfrm>
            <a:off x="2375968" y="1163788"/>
            <a:ext cx="7312977" cy="648977"/>
          </a:xfrm>
          <a:prstGeom prst="rect">
            <a:avLst/>
          </a:prstGeom>
          <a:solidFill>
            <a:srgbClr val="A50021">
              <a:alpha val="9020"/>
            </a:srgbClr>
          </a:solidFill>
          <a:ln>
            <a:solidFill>
              <a:srgbClr val="A500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zh-TW" altLang="en-US" sz="32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6B268F-79B4-054C-D970-53B9EDDEFE0B}"/>
              </a:ext>
            </a:extLst>
          </p:cNvPr>
          <p:cNvSpPr/>
          <p:nvPr/>
        </p:nvSpPr>
        <p:spPr>
          <a:xfrm>
            <a:off x="2375968" y="1812765"/>
            <a:ext cx="7312977" cy="4578799"/>
          </a:xfrm>
          <a:prstGeom prst="rect">
            <a:avLst/>
          </a:prstGeom>
          <a:solidFill>
            <a:srgbClr val="00B050">
              <a:alpha val="9020"/>
            </a:srgbClr>
          </a:solidFill>
          <a:ln>
            <a:solidFill>
              <a:srgbClr val="3B75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zh-TW" altLang="en-US" sz="3200" dirty="0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8A797135-A9AF-E206-699E-D922BC929B33}"/>
              </a:ext>
            </a:extLst>
          </p:cNvPr>
          <p:cNvCxnSpPr>
            <a:cxnSpLocks/>
          </p:cNvCxnSpPr>
          <p:nvPr/>
        </p:nvCxnSpPr>
        <p:spPr>
          <a:xfrm flipH="1" flipV="1">
            <a:off x="5938982" y="4322622"/>
            <a:ext cx="701963" cy="341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258BF2D-73FB-1220-6F13-FD96081991A0}"/>
              </a:ext>
            </a:extLst>
          </p:cNvPr>
          <p:cNvSpPr txBox="1"/>
          <p:nvPr/>
        </p:nvSpPr>
        <p:spPr>
          <a:xfrm>
            <a:off x="6539345" y="4398693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URL</a:t>
            </a:r>
            <a:r>
              <a:rPr lang="zh-TW" altLang="en-US" dirty="0"/>
              <a:t> </a:t>
            </a:r>
            <a:r>
              <a:rPr lang="en-US" altLang="zh-TW" dirty="0"/>
              <a:t>link</a:t>
            </a:r>
            <a:endParaRPr lang="zh-TW" altLang="en-US" dirty="0"/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FC19A799-55FA-1D45-28FD-B18DBD7947E6}"/>
              </a:ext>
            </a:extLst>
          </p:cNvPr>
          <p:cNvCxnSpPr>
            <a:cxnSpLocks/>
          </p:cNvCxnSpPr>
          <p:nvPr/>
        </p:nvCxnSpPr>
        <p:spPr>
          <a:xfrm>
            <a:off x="7952509" y="3205022"/>
            <a:ext cx="337128" cy="2886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2B6E2BE-6091-CF13-EF5B-5310E13FDB61}"/>
              </a:ext>
            </a:extLst>
          </p:cNvPr>
          <p:cNvSpPr txBox="1"/>
          <p:nvPr/>
        </p:nvSpPr>
        <p:spPr>
          <a:xfrm>
            <a:off x="6836652" y="2921063"/>
            <a:ext cx="1368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Open Editor</a:t>
            </a:r>
            <a:endParaRPr lang="zh-TW" altLang="en-US" dirty="0"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B90EE99D-1122-D537-2E38-98CFA6FC6975}"/>
              </a:ext>
            </a:extLst>
          </p:cNvPr>
          <p:cNvSpPr/>
          <p:nvPr/>
        </p:nvSpPr>
        <p:spPr>
          <a:xfrm>
            <a:off x="7952509" y="6456218"/>
            <a:ext cx="1588655" cy="332509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A7D0EEFC-43EF-8B92-A842-F8E14D6432E8}"/>
              </a:ext>
            </a:extLst>
          </p:cNvPr>
          <p:cNvCxnSpPr/>
          <p:nvPr/>
        </p:nvCxnSpPr>
        <p:spPr>
          <a:xfrm>
            <a:off x="7952509" y="6785289"/>
            <a:ext cx="15886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6068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CE988D3-B22A-FCB1-7FD2-7871E3107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426" y="920234"/>
            <a:ext cx="5009573" cy="5009573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58323FD-732B-8F84-4A07-D246CA5667C0}"/>
              </a:ext>
            </a:extLst>
          </p:cNvPr>
          <p:cNvSpPr txBox="1"/>
          <p:nvPr/>
        </p:nvSpPr>
        <p:spPr>
          <a:xfrm>
            <a:off x="2306825" y="5568433"/>
            <a:ext cx="1811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NonBlockingLife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14CC56F-43B5-EF8D-9EC5-9DDC5EC0A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024" y="1038224"/>
            <a:ext cx="4714875" cy="4714875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52208066-8DE1-9055-CE10-82BFF9B211D4}"/>
              </a:ext>
            </a:extLst>
          </p:cNvPr>
          <p:cNvSpPr txBox="1"/>
          <p:nvPr/>
        </p:nvSpPr>
        <p:spPr>
          <a:xfrm>
            <a:off x="7450325" y="5568433"/>
            <a:ext cx="2304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Example on Stately.ai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39407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4D2F7C8A-D39C-9FBF-B2DA-90A12B19F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946" y="236769"/>
            <a:ext cx="9140658" cy="6446133"/>
          </a:xfrm>
          <a:prstGeom prst="rect">
            <a:avLst/>
          </a:prstGeom>
        </p:spPr>
      </p:pic>
      <p:grpSp>
        <p:nvGrpSpPr>
          <p:cNvPr id="9" name="群組 8">
            <a:extLst>
              <a:ext uri="{FF2B5EF4-FFF2-40B4-BE49-F238E27FC236}">
                <a16:creationId xmlns:a16="http://schemas.microsoft.com/office/drawing/2014/main" id="{41245C16-E4F8-639D-1FEE-53B8C4EB206C}"/>
              </a:ext>
            </a:extLst>
          </p:cNvPr>
          <p:cNvGrpSpPr/>
          <p:nvPr/>
        </p:nvGrpSpPr>
        <p:grpSpPr>
          <a:xfrm>
            <a:off x="4505325" y="262028"/>
            <a:ext cx="2971800" cy="1076325"/>
            <a:chOff x="4505325" y="466311"/>
            <a:chExt cx="2971800" cy="1076325"/>
          </a:xfrm>
        </p:grpSpPr>
        <p:pic>
          <p:nvPicPr>
            <p:cNvPr id="7" name="圖形 6">
              <a:extLst>
                <a:ext uri="{FF2B5EF4-FFF2-40B4-BE49-F238E27FC236}">
                  <a16:creationId xmlns:a16="http://schemas.microsoft.com/office/drawing/2014/main" id="{C11CB596-7BEA-8B1A-566F-0F5C7F26902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05325" y="466311"/>
              <a:ext cx="1076325" cy="1076325"/>
            </a:xfrm>
            <a:prstGeom prst="rect">
              <a:avLst/>
            </a:prstGeom>
          </p:spPr>
        </p:pic>
        <p:pic>
          <p:nvPicPr>
            <p:cNvPr id="8" name="圖形 7">
              <a:extLst>
                <a:ext uri="{FF2B5EF4-FFF2-40B4-BE49-F238E27FC236}">
                  <a16:creationId xmlns:a16="http://schemas.microsoft.com/office/drawing/2014/main" id="{E4F999DF-E23A-0A6E-1332-39CA965AF28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400800" y="466311"/>
              <a:ext cx="1076325" cy="1076325"/>
            </a:xfrm>
            <a:prstGeom prst="rect">
              <a:avLst/>
            </a:prstGeom>
          </p:spPr>
        </p:pic>
      </p:grp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21A49949-BDE5-E037-C296-F7CA55AEF715}"/>
              </a:ext>
            </a:extLst>
          </p:cNvPr>
          <p:cNvCxnSpPr/>
          <p:nvPr/>
        </p:nvCxnSpPr>
        <p:spPr>
          <a:xfrm>
            <a:off x="5061527" y="1412081"/>
            <a:ext cx="0" cy="3749963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56E4E32F-04F9-DAE8-1B92-47D988565620}"/>
              </a:ext>
            </a:extLst>
          </p:cNvPr>
          <p:cNvCxnSpPr/>
          <p:nvPr/>
        </p:nvCxnSpPr>
        <p:spPr>
          <a:xfrm>
            <a:off x="6959600" y="1412081"/>
            <a:ext cx="0" cy="3749963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B20B3032-18E3-1FEF-7B59-B4650E194BC1}"/>
              </a:ext>
            </a:extLst>
          </p:cNvPr>
          <p:cNvCxnSpPr/>
          <p:nvPr/>
        </p:nvCxnSpPr>
        <p:spPr>
          <a:xfrm>
            <a:off x="1894888" y="2447636"/>
            <a:ext cx="5254057" cy="0"/>
          </a:xfrm>
          <a:prstGeom prst="line">
            <a:avLst/>
          </a:prstGeom>
          <a:ln w="76200"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CB631A60-AB3A-B63B-7A12-6739246F7750}"/>
              </a:ext>
            </a:extLst>
          </p:cNvPr>
          <p:cNvCxnSpPr>
            <a:cxnSpLocks/>
          </p:cNvCxnSpPr>
          <p:nvPr/>
        </p:nvCxnSpPr>
        <p:spPr>
          <a:xfrm>
            <a:off x="5061527" y="2331101"/>
            <a:ext cx="1898073" cy="0"/>
          </a:xfrm>
          <a:prstGeom prst="line">
            <a:avLst/>
          </a:prstGeom>
          <a:ln w="76200"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4500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B6FC4D14-A389-B148-61A8-35E35BD19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023" y="696460"/>
            <a:ext cx="8392747" cy="6112900"/>
          </a:xfrm>
          <a:prstGeom prst="rect">
            <a:avLst/>
          </a:prstGeom>
        </p:spPr>
      </p:pic>
      <p:grpSp>
        <p:nvGrpSpPr>
          <p:cNvPr id="8" name="群組 7">
            <a:extLst>
              <a:ext uri="{FF2B5EF4-FFF2-40B4-BE49-F238E27FC236}">
                <a16:creationId xmlns:a16="http://schemas.microsoft.com/office/drawing/2014/main" id="{94F8514F-6E38-F499-F46E-A74CB895F8A3}"/>
              </a:ext>
            </a:extLst>
          </p:cNvPr>
          <p:cNvGrpSpPr/>
          <p:nvPr/>
        </p:nvGrpSpPr>
        <p:grpSpPr>
          <a:xfrm>
            <a:off x="4505325" y="262028"/>
            <a:ext cx="2971800" cy="1076325"/>
            <a:chOff x="4505325" y="466311"/>
            <a:chExt cx="2971800" cy="1076325"/>
          </a:xfrm>
        </p:grpSpPr>
        <p:pic>
          <p:nvPicPr>
            <p:cNvPr id="9" name="圖形 8">
              <a:extLst>
                <a:ext uri="{FF2B5EF4-FFF2-40B4-BE49-F238E27FC236}">
                  <a16:creationId xmlns:a16="http://schemas.microsoft.com/office/drawing/2014/main" id="{F91A057D-4812-AE58-685E-33D3401410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05325" y="466311"/>
              <a:ext cx="1076325" cy="1076325"/>
            </a:xfrm>
            <a:prstGeom prst="rect">
              <a:avLst/>
            </a:prstGeom>
          </p:spPr>
        </p:pic>
        <p:pic>
          <p:nvPicPr>
            <p:cNvPr id="10" name="圖形 9">
              <a:extLst>
                <a:ext uri="{FF2B5EF4-FFF2-40B4-BE49-F238E27FC236}">
                  <a16:creationId xmlns:a16="http://schemas.microsoft.com/office/drawing/2014/main" id="{41676DB9-34CA-1814-29FB-5EC25CF9E2F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400800" y="466311"/>
              <a:ext cx="1076325" cy="1076325"/>
            </a:xfrm>
            <a:prstGeom prst="rect">
              <a:avLst/>
            </a:prstGeom>
          </p:spPr>
        </p:pic>
      </p:grp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62BCAF6D-4407-BC98-058B-F73C0D2E18DD}"/>
              </a:ext>
            </a:extLst>
          </p:cNvPr>
          <p:cNvCxnSpPr>
            <a:cxnSpLocks/>
          </p:cNvCxnSpPr>
          <p:nvPr/>
        </p:nvCxnSpPr>
        <p:spPr>
          <a:xfrm>
            <a:off x="5214026" y="2331101"/>
            <a:ext cx="1634246" cy="0"/>
          </a:xfrm>
          <a:prstGeom prst="line">
            <a:avLst/>
          </a:prstGeom>
          <a:ln w="76200"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C519280F-6C5C-1FED-6B78-5F97D7FB00B6}"/>
              </a:ext>
            </a:extLst>
          </p:cNvPr>
          <p:cNvCxnSpPr/>
          <p:nvPr/>
        </p:nvCxnSpPr>
        <p:spPr>
          <a:xfrm>
            <a:off x="5186317" y="1588653"/>
            <a:ext cx="4179356" cy="0"/>
          </a:xfrm>
          <a:prstGeom prst="line">
            <a:avLst/>
          </a:prstGeom>
          <a:ln w="76200">
            <a:solidFill>
              <a:srgbClr val="049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0912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4.81481E-6 L 0.00078 -0.108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-5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B4874DA-BD76-C36F-7C40-9C16C5A4E0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678" y="0"/>
            <a:ext cx="73246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930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1B1235-3ABB-DA3F-014D-656267C12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狀態  </a:t>
            </a:r>
            <a:r>
              <a:rPr lang="en-US" altLang="zh-TW" dirty="0"/>
              <a:t>States (Example)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76BDB3D-53BF-8CEE-0AD1-E2EF46AE8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16389"/>
            <a:ext cx="7382164" cy="4351338"/>
          </a:xfrm>
        </p:spPr>
        <p:txBody>
          <a:bodyPr/>
          <a:lstStyle/>
          <a:p>
            <a:r>
              <a:rPr lang="zh-TW" altLang="zh-TW" dirty="0"/>
              <a:t>🟢</a:t>
            </a:r>
            <a:r>
              <a:rPr lang="en-US" altLang="zh-TW" dirty="0"/>
              <a:t> Building</a:t>
            </a:r>
            <a:r>
              <a:rPr lang="zh-TW" altLang="en-US" dirty="0"/>
              <a:t> </a:t>
            </a:r>
            <a:r>
              <a:rPr lang="en-US" altLang="zh-TW" dirty="0" err="1"/>
              <a:t>Superconductorlike</a:t>
            </a:r>
            <a:r>
              <a:rPr lang="en-US" altLang="zh-TW" dirty="0"/>
              <a:t> Society </a:t>
            </a:r>
          </a:p>
          <a:p>
            <a:r>
              <a:rPr lang="zh-TW" altLang="zh-TW" dirty="0"/>
              <a:t>🟢 試著在不能接受的狀態中找到可感恩的點，並且感恩，至少三次</a:t>
            </a:r>
            <a:endParaRPr lang="en-US" altLang="zh-TW" dirty="0"/>
          </a:p>
          <a:p>
            <a:pPr lvl="1"/>
            <a:r>
              <a:rPr lang="zh-TW" altLang="zh-TW" dirty="0"/>
              <a:t>🟢 Try to find points of gratitude in unacceptable situations and express gratitude at least 3 times</a:t>
            </a:r>
          </a:p>
          <a:p>
            <a:r>
              <a:rPr lang="zh-TW" altLang="zh-TW" dirty="0"/>
              <a:t>⛔ 娛樂不超過 30 分鐘</a:t>
            </a:r>
            <a:endParaRPr lang="en-US" altLang="zh-TW" dirty="0"/>
          </a:p>
          <a:p>
            <a:pPr lvl="1"/>
            <a:r>
              <a:rPr lang="zh-TW" altLang="zh-TW" dirty="0"/>
              <a:t>⛔ Entertainment not exceeding 30 minutes</a:t>
            </a:r>
          </a:p>
          <a:p>
            <a:r>
              <a:rPr lang="zh-TW" altLang="zh-TW" dirty="0"/>
              <a:t>⛔ 發脾氣不超過十次與不超過 10 分鐘</a:t>
            </a:r>
            <a:endParaRPr lang="en-US" altLang="zh-TW" dirty="0"/>
          </a:p>
          <a:p>
            <a:pPr lvl="1"/>
            <a:r>
              <a:rPr lang="zh-TW" altLang="zh-TW" dirty="0"/>
              <a:t>⛔ Anger more than 10 times and more than 10 minutes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48532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B2E47-1927-6CE6-13CE-4898FF5EF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D5A01124-C611-5166-0539-3AC761C67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023" y="705696"/>
            <a:ext cx="8392747" cy="6112900"/>
          </a:xfrm>
          <a:prstGeom prst="rect">
            <a:avLst/>
          </a:prstGeom>
        </p:spPr>
      </p:pic>
      <p:grpSp>
        <p:nvGrpSpPr>
          <p:cNvPr id="8" name="群組 7">
            <a:extLst>
              <a:ext uri="{FF2B5EF4-FFF2-40B4-BE49-F238E27FC236}">
                <a16:creationId xmlns:a16="http://schemas.microsoft.com/office/drawing/2014/main" id="{01E11A6B-360B-4DB3-53DA-130082631A6B}"/>
              </a:ext>
            </a:extLst>
          </p:cNvPr>
          <p:cNvGrpSpPr/>
          <p:nvPr/>
        </p:nvGrpSpPr>
        <p:grpSpPr>
          <a:xfrm>
            <a:off x="4505325" y="262028"/>
            <a:ext cx="2971800" cy="1076325"/>
            <a:chOff x="4505325" y="466311"/>
            <a:chExt cx="2971800" cy="1076325"/>
          </a:xfrm>
        </p:grpSpPr>
        <p:pic>
          <p:nvPicPr>
            <p:cNvPr id="9" name="圖形 8">
              <a:extLst>
                <a:ext uri="{FF2B5EF4-FFF2-40B4-BE49-F238E27FC236}">
                  <a16:creationId xmlns:a16="http://schemas.microsoft.com/office/drawing/2014/main" id="{146F4A2E-A2DC-362E-68E3-E75415B5AD7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05325" y="466311"/>
              <a:ext cx="1076325" cy="1076325"/>
            </a:xfrm>
            <a:prstGeom prst="rect">
              <a:avLst/>
            </a:prstGeom>
          </p:spPr>
        </p:pic>
        <p:pic>
          <p:nvPicPr>
            <p:cNvPr id="10" name="圖形 9">
              <a:extLst>
                <a:ext uri="{FF2B5EF4-FFF2-40B4-BE49-F238E27FC236}">
                  <a16:creationId xmlns:a16="http://schemas.microsoft.com/office/drawing/2014/main" id="{DF912917-9EBC-1FB6-435C-FFF1374282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400800" y="466311"/>
              <a:ext cx="1076325" cy="1076325"/>
            </a:xfrm>
            <a:prstGeom prst="rect">
              <a:avLst/>
            </a:prstGeom>
          </p:spPr>
        </p:pic>
      </p:grp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E6AE12CE-16D5-04CF-409A-4C52AF1E209E}"/>
              </a:ext>
            </a:extLst>
          </p:cNvPr>
          <p:cNvCxnSpPr/>
          <p:nvPr/>
        </p:nvCxnSpPr>
        <p:spPr>
          <a:xfrm>
            <a:off x="5186317" y="1588653"/>
            <a:ext cx="4179356" cy="0"/>
          </a:xfrm>
          <a:prstGeom prst="line">
            <a:avLst/>
          </a:prstGeom>
          <a:ln w="76200">
            <a:solidFill>
              <a:srgbClr val="049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05708A91-25FA-55D8-4712-440F7E5429F9}"/>
              </a:ext>
            </a:extLst>
          </p:cNvPr>
          <p:cNvCxnSpPr/>
          <p:nvPr/>
        </p:nvCxnSpPr>
        <p:spPr>
          <a:xfrm>
            <a:off x="7610764" y="1782618"/>
            <a:ext cx="1505527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C010FA95-64EE-5DFE-4AA2-7CAA316884B8}"/>
              </a:ext>
            </a:extLst>
          </p:cNvPr>
          <p:cNvCxnSpPr/>
          <p:nvPr/>
        </p:nvCxnSpPr>
        <p:spPr>
          <a:xfrm>
            <a:off x="7610764" y="3514436"/>
            <a:ext cx="150552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5B180585-321A-EBA6-7D93-7CC4DEEE27CB}"/>
              </a:ext>
            </a:extLst>
          </p:cNvPr>
          <p:cNvCxnSpPr/>
          <p:nvPr/>
        </p:nvCxnSpPr>
        <p:spPr>
          <a:xfrm>
            <a:off x="2999798" y="5749637"/>
            <a:ext cx="1505527" cy="0"/>
          </a:xfrm>
          <a:prstGeom prst="line">
            <a:avLst/>
          </a:prstGeom>
          <a:ln w="762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33E99434-9AAB-59F7-CA4C-6FAA4B28F248}"/>
              </a:ext>
            </a:extLst>
          </p:cNvPr>
          <p:cNvCxnSpPr/>
          <p:nvPr/>
        </p:nvCxnSpPr>
        <p:spPr>
          <a:xfrm>
            <a:off x="2999798" y="4073236"/>
            <a:ext cx="150552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5" name="手繪多邊形: 圖案 24">
            <a:extLst>
              <a:ext uri="{FF2B5EF4-FFF2-40B4-BE49-F238E27FC236}">
                <a16:creationId xmlns:a16="http://schemas.microsoft.com/office/drawing/2014/main" id="{A5432C9D-9B21-B9B2-742F-C8BC1296F3FB}"/>
              </a:ext>
            </a:extLst>
          </p:cNvPr>
          <p:cNvSpPr/>
          <p:nvPr/>
        </p:nvSpPr>
        <p:spPr>
          <a:xfrm>
            <a:off x="4525818" y="2004291"/>
            <a:ext cx="3066473" cy="3431143"/>
          </a:xfrm>
          <a:custGeom>
            <a:avLst/>
            <a:gdLst>
              <a:gd name="csX0" fmla="*/ 0 w 3066473"/>
              <a:gd name="csY0" fmla="*/ 0 h 3431143"/>
              <a:gd name="csX1" fmla="*/ 369455 w 3066473"/>
              <a:gd name="csY1" fmla="*/ 277091 h 3431143"/>
              <a:gd name="csX2" fmla="*/ 600364 w 3066473"/>
              <a:gd name="csY2" fmla="*/ 1514764 h 3431143"/>
              <a:gd name="csX3" fmla="*/ 692727 w 3066473"/>
              <a:gd name="csY3" fmla="*/ 1764145 h 3431143"/>
              <a:gd name="csX4" fmla="*/ 1514764 w 3066473"/>
              <a:gd name="csY4" fmla="*/ 1773382 h 3431143"/>
              <a:gd name="csX5" fmla="*/ 2216727 w 3066473"/>
              <a:gd name="csY5" fmla="*/ 1773382 h 3431143"/>
              <a:gd name="csX6" fmla="*/ 2484582 w 3066473"/>
              <a:gd name="csY6" fmla="*/ 1948873 h 3431143"/>
              <a:gd name="csX7" fmla="*/ 2697018 w 3066473"/>
              <a:gd name="csY7" fmla="*/ 2530764 h 3431143"/>
              <a:gd name="csX8" fmla="*/ 2927927 w 3066473"/>
              <a:gd name="csY8" fmla="*/ 3315854 h 3431143"/>
              <a:gd name="csX9" fmla="*/ 3066473 w 3066473"/>
              <a:gd name="csY9" fmla="*/ 3426691 h 3431143"/>
              <a:gd name="csX10" fmla="*/ 3066473 w 3066473"/>
              <a:gd name="csY10" fmla="*/ 3426691 h 3431143"/>
              <a:gd name="csX11" fmla="*/ 3066473 w 3066473"/>
              <a:gd name="csY11" fmla="*/ 3426691 h 3431143"/>
              <a:gd name="csX0" fmla="*/ 0 w 3066473"/>
              <a:gd name="csY0" fmla="*/ 0 h 3431143"/>
              <a:gd name="csX1" fmla="*/ 369455 w 3066473"/>
              <a:gd name="csY1" fmla="*/ 277091 h 3431143"/>
              <a:gd name="csX2" fmla="*/ 600364 w 3066473"/>
              <a:gd name="csY2" fmla="*/ 1514764 h 3431143"/>
              <a:gd name="csX3" fmla="*/ 905163 w 3066473"/>
              <a:gd name="csY3" fmla="*/ 1819563 h 3431143"/>
              <a:gd name="csX4" fmla="*/ 1514764 w 3066473"/>
              <a:gd name="csY4" fmla="*/ 1773382 h 3431143"/>
              <a:gd name="csX5" fmla="*/ 2216727 w 3066473"/>
              <a:gd name="csY5" fmla="*/ 1773382 h 3431143"/>
              <a:gd name="csX6" fmla="*/ 2484582 w 3066473"/>
              <a:gd name="csY6" fmla="*/ 1948873 h 3431143"/>
              <a:gd name="csX7" fmla="*/ 2697018 w 3066473"/>
              <a:gd name="csY7" fmla="*/ 2530764 h 3431143"/>
              <a:gd name="csX8" fmla="*/ 2927927 w 3066473"/>
              <a:gd name="csY8" fmla="*/ 3315854 h 3431143"/>
              <a:gd name="csX9" fmla="*/ 3066473 w 3066473"/>
              <a:gd name="csY9" fmla="*/ 3426691 h 3431143"/>
              <a:gd name="csX10" fmla="*/ 3066473 w 3066473"/>
              <a:gd name="csY10" fmla="*/ 3426691 h 3431143"/>
              <a:gd name="csX11" fmla="*/ 3066473 w 3066473"/>
              <a:gd name="csY11" fmla="*/ 3426691 h 3431143"/>
              <a:gd name="csX0" fmla="*/ 0 w 3066473"/>
              <a:gd name="csY0" fmla="*/ 0 h 3431143"/>
              <a:gd name="csX1" fmla="*/ 369455 w 3066473"/>
              <a:gd name="csY1" fmla="*/ 277091 h 3431143"/>
              <a:gd name="csX2" fmla="*/ 600364 w 3066473"/>
              <a:gd name="csY2" fmla="*/ 1514764 h 3431143"/>
              <a:gd name="csX3" fmla="*/ 905163 w 3066473"/>
              <a:gd name="csY3" fmla="*/ 1819563 h 3431143"/>
              <a:gd name="csX4" fmla="*/ 1514764 w 3066473"/>
              <a:gd name="csY4" fmla="*/ 1773382 h 3431143"/>
              <a:gd name="csX5" fmla="*/ 2216727 w 3066473"/>
              <a:gd name="csY5" fmla="*/ 1773382 h 3431143"/>
              <a:gd name="csX6" fmla="*/ 2484582 w 3066473"/>
              <a:gd name="csY6" fmla="*/ 1948873 h 3431143"/>
              <a:gd name="csX7" fmla="*/ 2697018 w 3066473"/>
              <a:gd name="csY7" fmla="*/ 2530764 h 3431143"/>
              <a:gd name="csX8" fmla="*/ 2927927 w 3066473"/>
              <a:gd name="csY8" fmla="*/ 3315854 h 3431143"/>
              <a:gd name="csX9" fmla="*/ 3066473 w 3066473"/>
              <a:gd name="csY9" fmla="*/ 3426691 h 3431143"/>
              <a:gd name="csX10" fmla="*/ 3066473 w 3066473"/>
              <a:gd name="csY10" fmla="*/ 3426691 h 3431143"/>
              <a:gd name="csX11" fmla="*/ 3066473 w 3066473"/>
              <a:gd name="csY11" fmla="*/ 3426691 h 3431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66473" h="3431143">
                <a:moveTo>
                  <a:pt x="0" y="0"/>
                </a:moveTo>
                <a:cubicBezTo>
                  <a:pt x="134697" y="12315"/>
                  <a:pt x="269394" y="24630"/>
                  <a:pt x="369455" y="277091"/>
                </a:cubicBezTo>
                <a:cubicBezTo>
                  <a:pt x="469516" y="529552"/>
                  <a:pt x="511079" y="1257685"/>
                  <a:pt x="600364" y="1514764"/>
                </a:cubicBezTo>
                <a:cubicBezTo>
                  <a:pt x="689649" y="1771843"/>
                  <a:pt x="771236" y="1785696"/>
                  <a:pt x="905163" y="1819563"/>
                </a:cubicBezTo>
                <a:cubicBezTo>
                  <a:pt x="1039090" y="1853430"/>
                  <a:pt x="1296170" y="1781079"/>
                  <a:pt x="1514764" y="1773382"/>
                </a:cubicBezTo>
                <a:cubicBezTo>
                  <a:pt x="1733358" y="1765685"/>
                  <a:pt x="2055091" y="1744133"/>
                  <a:pt x="2216727" y="1773382"/>
                </a:cubicBezTo>
                <a:cubicBezTo>
                  <a:pt x="2378363" y="1802631"/>
                  <a:pt x="2404534" y="1822643"/>
                  <a:pt x="2484582" y="1948873"/>
                </a:cubicBezTo>
                <a:cubicBezTo>
                  <a:pt x="2564630" y="2075103"/>
                  <a:pt x="2623127" y="2302934"/>
                  <a:pt x="2697018" y="2530764"/>
                </a:cubicBezTo>
                <a:cubicBezTo>
                  <a:pt x="2770909" y="2758594"/>
                  <a:pt x="2866351" y="3166533"/>
                  <a:pt x="2927927" y="3315854"/>
                </a:cubicBezTo>
                <a:cubicBezTo>
                  <a:pt x="2989503" y="3465175"/>
                  <a:pt x="3066473" y="3426691"/>
                  <a:pt x="3066473" y="3426691"/>
                </a:cubicBezTo>
                <a:lnTo>
                  <a:pt x="3066473" y="3426691"/>
                </a:lnTo>
                <a:lnTo>
                  <a:pt x="3066473" y="3426691"/>
                </a:lnTo>
              </a:path>
            </a:pathLst>
          </a:cu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79573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07407E-6 L -8.33333E-7 -0.24445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12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2.5E-6 -1.11022E-16 L -0.00039 0.28218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4097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1.48148E-6 L 0.0013 -0.30162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-150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1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85EA3A8-789A-B9CC-B4C1-880969259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770" y="1311559"/>
            <a:ext cx="7198187" cy="4971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660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94</Words>
  <Application>Microsoft Office PowerPoint</Application>
  <PresentationFormat>寬螢幕</PresentationFormat>
  <Paragraphs>15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狀態  States (Example)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Young-Chung Hsue</dc:creator>
  <cp:lastModifiedBy>Young-Chung Hsue</cp:lastModifiedBy>
  <cp:revision>2</cp:revision>
  <dcterms:created xsi:type="dcterms:W3CDTF">2026-06-08T03:29:51Z</dcterms:created>
  <dcterms:modified xsi:type="dcterms:W3CDTF">2026-06-26T10:36:07Z</dcterms:modified>
</cp:coreProperties>
</file>